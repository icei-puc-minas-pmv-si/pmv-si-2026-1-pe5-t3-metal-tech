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9" r:id="rId6"/>
    <p:sldId id="276" r:id="rId7"/>
    <p:sldId id="270" r:id="rId8"/>
    <p:sldId id="275" r:id="rId9"/>
    <p:sldId id="277" r:id="rId10"/>
    <p:sldId id="271" r:id="rId11"/>
    <p:sldId id="272" r:id="rId12"/>
    <p:sldId id="278" r:id="rId13"/>
    <p:sldId id="268" r:id="rId14"/>
    <p:sldId id="281" r:id="rId15"/>
    <p:sldId id="282" r:id="rId16"/>
    <p:sldId id="283" r:id="rId17"/>
    <p:sldId id="265" r:id="rId18"/>
    <p:sldId id="279" r:id="rId19"/>
    <p:sldId id="266" r:id="rId20"/>
    <p:sldId id="267" r:id="rId21"/>
    <p:sldId id="280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41"/>
    <p:restoredTop sz="94640"/>
  </p:normalViewPr>
  <p:slideViewPr>
    <p:cSldViewPr snapToGrid="0">
      <p:cViewPr varScale="1">
        <p:scale>
          <a:sx n="182" d="100"/>
          <a:sy n="182" d="100"/>
        </p:scale>
        <p:origin x="9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9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9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2DA734-7732-42EA-BDF7-52159177850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F61036-A030-4E88-BA51-9F44E1EF4D5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400" b="1" dirty="0"/>
            <a:t>TRANSFORMAÇÃO DIGITAL PARA </a:t>
          </a:r>
          <a:r>
            <a:rPr lang="pt-BR" sz="1400" b="1" dirty="0"/>
            <a:t>METALTECH LTDA</a:t>
          </a:r>
          <a:br>
            <a:rPr lang="fr-CA" sz="1400" dirty="0"/>
          </a:br>
          <a:r>
            <a:rPr lang="fr-CA" sz="1400" dirty="0"/>
            <a:t>A </a:t>
          </a:r>
          <a:r>
            <a:rPr lang="fr-CA" sz="1400" dirty="0" err="1"/>
            <a:t>MetalTech</a:t>
          </a:r>
          <a:r>
            <a:rPr lang="fr-CA" sz="1400" dirty="0"/>
            <a:t> </a:t>
          </a:r>
          <a:r>
            <a:rPr lang="fr-CA" sz="1400" dirty="0" err="1"/>
            <a:t>Ltda</a:t>
          </a:r>
          <a:r>
            <a:rPr lang="fr-CA" sz="1400" dirty="0"/>
            <a:t>. </a:t>
          </a:r>
          <a:r>
            <a:rPr lang="fr-CA" sz="1400" dirty="0" err="1"/>
            <a:t>depende</a:t>
          </a:r>
          <a:r>
            <a:rPr lang="fr-CA" sz="1400" dirty="0"/>
            <a:t> </a:t>
          </a:r>
          <a:r>
            <a:rPr lang="fr-CA" sz="1400" dirty="0" err="1"/>
            <a:t>fortemente</a:t>
          </a:r>
          <a:r>
            <a:rPr lang="fr-CA" sz="1400" dirty="0"/>
            <a:t> de </a:t>
          </a:r>
          <a:r>
            <a:rPr lang="fr-CA" sz="1400" dirty="0" err="1"/>
            <a:t>sistemas</a:t>
          </a:r>
          <a:r>
            <a:rPr lang="fr-CA" sz="1400" dirty="0"/>
            <a:t> de TI para </a:t>
          </a:r>
          <a:r>
            <a:rPr lang="fr-CA" sz="1400" dirty="0" err="1"/>
            <a:t>suportar</a:t>
          </a:r>
          <a:r>
            <a:rPr lang="fr-CA" sz="1400" dirty="0"/>
            <a:t> suas </a:t>
          </a:r>
          <a:r>
            <a:rPr lang="fr-CA" sz="1400" dirty="0" err="1"/>
            <a:t>operações</a:t>
          </a:r>
          <a:r>
            <a:rPr lang="fr-CA" sz="1400" dirty="0"/>
            <a:t> </a:t>
          </a:r>
          <a:r>
            <a:rPr lang="fr-CA" sz="1400" dirty="0" err="1"/>
            <a:t>industriais</a:t>
          </a:r>
          <a:r>
            <a:rPr lang="fr-CA" sz="1400" dirty="0"/>
            <a:t>, </a:t>
          </a:r>
          <a:r>
            <a:rPr lang="fr-CA" sz="1400" dirty="0" err="1"/>
            <a:t>incluindo</a:t>
          </a:r>
          <a:r>
            <a:rPr lang="fr-CA" sz="1400" dirty="0"/>
            <a:t> </a:t>
          </a:r>
          <a:r>
            <a:rPr lang="fr-CA" sz="1400" dirty="0" err="1"/>
            <a:t>produção</a:t>
          </a:r>
          <a:r>
            <a:rPr lang="fr-CA" sz="1400" dirty="0"/>
            <a:t>, </a:t>
          </a:r>
          <a:r>
            <a:rPr lang="fr-CA" sz="1400" dirty="0" err="1"/>
            <a:t>logística</a:t>
          </a:r>
          <a:r>
            <a:rPr lang="fr-CA" sz="1400" dirty="0"/>
            <a:t>, </a:t>
          </a:r>
          <a:r>
            <a:rPr lang="fr-CA" sz="1400" dirty="0" err="1"/>
            <a:t>financeiro</a:t>
          </a:r>
          <a:r>
            <a:rPr lang="fr-CA" sz="1400" dirty="0"/>
            <a:t> e </a:t>
          </a:r>
          <a:r>
            <a:rPr lang="fr-CA" sz="1400" dirty="0" err="1"/>
            <a:t>atendimento</a:t>
          </a:r>
          <a:r>
            <a:rPr lang="fr-CA" sz="1400" dirty="0"/>
            <a:t> ao cliente.</a:t>
          </a:r>
          <a:endParaRPr lang="en-US" sz="1400" dirty="0"/>
        </a:p>
      </dgm:t>
    </dgm:pt>
    <dgm:pt modelId="{9699B93D-EF4D-4272-86C9-4344FC0AF8AF}" type="parTrans" cxnId="{A023C8FC-1D89-4059-B394-4A6552CCBDDC}">
      <dgm:prSet/>
      <dgm:spPr/>
      <dgm:t>
        <a:bodyPr/>
        <a:lstStyle/>
        <a:p>
          <a:endParaRPr lang="en-US"/>
        </a:p>
      </dgm:t>
    </dgm:pt>
    <dgm:pt modelId="{66E1CA14-CE95-489F-8E34-C7F994A793D8}" type="sibTrans" cxnId="{A023C8FC-1D89-4059-B394-4A6552CCBDD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C79309-2477-497D-9DCC-1E8E0F7B38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400" b="1" dirty="0"/>
            <a:t>ADOÇÃO DE AMBIENTES HÍBRIDOS</a:t>
          </a:r>
          <a:br>
            <a:rPr lang="fr-CA" sz="1400" dirty="0"/>
          </a:br>
          <a:r>
            <a:rPr lang="fr-CA" sz="1400" dirty="0"/>
            <a:t>Para </a:t>
          </a:r>
          <a:r>
            <a:rPr lang="fr-CA" sz="1400" dirty="0" err="1"/>
            <a:t>atender</a:t>
          </a:r>
          <a:r>
            <a:rPr lang="fr-CA" sz="1400" dirty="0"/>
            <a:t> </a:t>
          </a:r>
          <a:r>
            <a:rPr lang="fr-CA" sz="1400" dirty="0" err="1"/>
            <a:t>às</a:t>
          </a:r>
          <a:r>
            <a:rPr lang="fr-CA" sz="1400" dirty="0"/>
            <a:t> </a:t>
          </a:r>
          <a:r>
            <a:rPr lang="fr-CA" sz="1400" dirty="0" err="1"/>
            <a:t>necessidades</a:t>
          </a:r>
          <a:r>
            <a:rPr lang="fr-CA" sz="1400" dirty="0"/>
            <a:t> do </a:t>
          </a:r>
          <a:r>
            <a:rPr lang="fr-CA" sz="1400" dirty="0" err="1"/>
            <a:t>negócio</a:t>
          </a:r>
          <a:r>
            <a:rPr lang="fr-CA" sz="1400" dirty="0"/>
            <a:t>, a </a:t>
          </a:r>
          <a:r>
            <a:rPr lang="fr-CA" sz="1400" dirty="0" err="1"/>
            <a:t>empresa</a:t>
          </a:r>
          <a:r>
            <a:rPr lang="fr-CA" sz="1400" dirty="0"/>
            <a:t> combina </a:t>
          </a:r>
          <a:r>
            <a:rPr lang="fr-CA" sz="1400" dirty="0" err="1"/>
            <a:t>infraestrutura</a:t>
          </a:r>
          <a:r>
            <a:rPr lang="fr-CA" sz="1400" dirty="0"/>
            <a:t> local na </a:t>
          </a:r>
          <a:r>
            <a:rPr lang="fr-CA" sz="1400" dirty="0" err="1"/>
            <a:t>matriz</a:t>
          </a:r>
          <a:r>
            <a:rPr lang="fr-CA" sz="1400" dirty="0"/>
            <a:t> com </a:t>
          </a:r>
          <a:r>
            <a:rPr lang="fr-CA" sz="1400" dirty="0" err="1"/>
            <a:t>serviços</a:t>
          </a:r>
          <a:r>
            <a:rPr lang="fr-CA" sz="1400" dirty="0"/>
            <a:t> </a:t>
          </a:r>
          <a:r>
            <a:rPr lang="fr-CA" sz="1400" dirty="0" err="1"/>
            <a:t>em</a:t>
          </a:r>
          <a:r>
            <a:rPr lang="fr-CA" sz="1400" dirty="0"/>
            <a:t> </a:t>
          </a:r>
          <a:r>
            <a:rPr lang="fr-CA" sz="1400" dirty="0" err="1"/>
            <a:t>nuvem</a:t>
          </a:r>
          <a:r>
            <a:rPr lang="fr-CA" sz="1400" dirty="0"/>
            <a:t>, </a:t>
          </a:r>
          <a:r>
            <a:rPr lang="fr-CA" sz="1400" dirty="0" err="1"/>
            <a:t>buscando</a:t>
          </a:r>
          <a:r>
            <a:rPr lang="fr-CA" sz="1400" dirty="0"/>
            <a:t> </a:t>
          </a:r>
          <a:r>
            <a:rPr lang="fr-CA" sz="1400" dirty="0" err="1"/>
            <a:t>maior</a:t>
          </a:r>
          <a:r>
            <a:rPr lang="fr-CA" sz="1400" dirty="0"/>
            <a:t> </a:t>
          </a:r>
          <a:r>
            <a:rPr lang="fr-CA" sz="1400" dirty="0" err="1"/>
            <a:t>flexibilidade</a:t>
          </a:r>
          <a:r>
            <a:rPr lang="fr-CA" sz="1400" dirty="0"/>
            <a:t>, </a:t>
          </a:r>
          <a:r>
            <a:rPr lang="fr-CA" sz="1400" dirty="0" err="1"/>
            <a:t>escalabilidade</a:t>
          </a:r>
          <a:r>
            <a:rPr lang="fr-CA" sz="1400" dirty="0"/>
            <a:t> e </a:t>
          </a:r>
          <a:r>
            <a:rPr lang="fr-CA" sz="1400" dirty="0" err="1"/>
            <a:t>redução</a:t>
          </a:r>
          <a:r>
            <a:rPr lang="fr-CA" sz="1400" dirty="0"/>
            <a:t> de </a:t>
          </a:r>
          <a:r>
            <a:rPr lang="fr-CA" sz="1400" dirty="0" err="1"/>
            <a:t>custos</a:t>
          </a:r>
          <a:r>
            <a:rPr lang="fr-CA" sz="1400" dirty="0"/>
            <a:t> </a:t>
          </a:r>
          <a:r>
            <a:rPr lang="fr-CA" sz="1400" dirty="0" err="1"/>
            <a:t>operacionais</a:t>
          </a:r>
          <a:r>
            <a:rPr lang="fr-CA" sz="1400" dirty="0"/>
            <a:t>.</a:t>
          </a:r>
          <a:endParaRPr lang="en-US" sz="1400" dirty="0"/>
        </a:p>
      </dgm:t>
    </dgm:pt>
    <dgm:pt modelId="{F433B0B3-0CC7-4839-BCEF-77B9523EA5E0}" type="parTrans" cxnId="{B8B7811D-5C96-4ACF-98FC-BCF992603831}">
      <dgm:prSet/>
      <dgm:spPr/>
      <dgm:t>
        <a:bodyPr/>
        <a:lstStyle/>
        <a:p>
          <a:endParaRPr lang="en-US"/>
        </a:p>
      </dgm:t>
    </dgm:pt>
    <dgm:pt modelId="{CCBCE5A8-F44A-4071-BA0D-E8C886B4CE8D}" type="sibTrans" cxnId="{B8B7811D-5C96-4ACF-98FC-BCF9926038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30AE09-ACB8-48B2-BA14-8D7EDD0BC3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400" b="1" dirty="0"/>
            <a:t>NECESSIDADE DE ESCALABILIDADE E SEGURANÇA</a:t>
          </a:r>
          <a:br>
            <a:rPr lang="fr-CA" sz="1400" dirty="0"/>
          </a:br>
          <a:r>
            <a:rPr lang="fr-CA" sz="1400" dirty="0"/>
            <a:t>O </a:t>
          </a:r>
          <a:r>
            <a:rPr lang="fr-CA" sz="1400" dirty="0" err="1"/>
            <a:t>crescimento</a:t>
          </a:r>
          <a:r>
            <a:rPr lang="fr-CA" sz="1400" dirty="0"/>
            <a:t> </a:t>
          </a:r>
          <a:r>
            <a:rPr lang="fr-CA" sz="1400" dirty="0" err="1"/>
            <a:t>das</a:t>
          </a:r>
          <a:r>
            <a:rPr lang="fr-CA" sz="1400" dirty="0"/>
            <a:t> </a:t>
          </a:r>
          <a:r>
            <a:rPr lang="fr-CA" sz="1400" dirty="0" err="1"/>
            <a:t>operações</a:t>
          </a:r>
          <a:r>
            <a:rPr lang="fr-CA" sz="1400" dirty="0"/>
            <a:t> e a </a:t>
          </a:r>
          <a:r>
            <a:rPr lang="fr-CA" sz="1400" dirty="0" err="1"/>
            <a:t>presença</a:t>
          </a:r>
          <a:r>
            <a:rPr lang="fr-CA" sz="1400" dirty="0"/>
            <a:t> de </a:t>
          </a:r>
          <a:r>
            <a:rPr lang="fr-CA" sz="1400" dirty="0" err="1"/>
            <a:t>sistemas</a:t>
          </a:r>
          <a:r>
            <a:rPr lang="fr-CA" sz="1400" dirty="0"/>
            <a:t> </a:t>
          </a:r>
          <a:r>
            <a:rPr lang="fr-CA" sz="1400" dirty="0" err="1"/>
            <a:t>industriais</a:t>
          </a:r>
          <a:r>
            <a:rPr lang="fr-CA" sz="1400" dirty="0"/>
            <a:t> </a:t>
          </a:r>
          <a:r>
            <a:rPr lang="fr-CA" sz="1400" dirty="0" err="1"/>
            <a:t>exigem</a:t>
          </a:r>
          <a:r>
            <a:rPr lang="fr-CA" sz="1400" dirty="0"/>
            <a:t> </a:t>
          </a:r>
          <a:r>
            <a:rPr lang="fr-CA" sz="1400" dirty="0" err="1"/>
            <a:t>uma</a:t>
          </a:r>
          <a:r>
            <a:rPr lang="fr-CA" sz="1400" dirty="0"/>
            <a:t> </a:t>
          </a:r>
          <a:r>
            <a:rPr lang="fr-CA" sz="1400" dirty="0" err="1"/>
            <a:t>infraestrutura</a:t>
          </a:r>
          <a:r>
            <a:rPr lang="fr-CA" sz="1400" dirty="0"/>
            <a:t> </a:t>
          </a:r>
          <a:r>
            <a:rPr lang="fr-CA" sz="1400" dirty="0" err="1"/>
            <a:t>capaz</a:t>
          </a:r>
          <a:r>
            <a:rPr lang="fr-CA" sz="1400" dirty="0"/>
            <a:t> de </a:t>
          </a:r>
          <a:r>
            <a:rPr lang="fr-CA" sz="1400" dirty="0" err="1"/>
            <a:t>escalar</a:t>
          </a:r>
          <a:r>
            <a:rPr lang="fr-CA" sz="1400" dirty="0"/>
            <a:t> </a:t>
          </a:r>
          <a:r>
            <a:rPr lang="fr-CA" sz="1400" dirty="0" err="1"/>
            <a:t>rapidamente</a:t>
          </a:r>
          <a:r>
            <a:rPr lang="fr-CA" sz="1400" dirty="0"/>
            <a:t>, </a:t>
          </a:r>
          <a:r>
            <a:rPr lang="fr-CA" sz="1400" dirty="0" err="1"/>
            <a:t>mantendo</a:t>
          </a:r>
          <a:r>
            <a:rPr lang="fr-CA" sz="1400" dirty="0"/>
            <a:t> alto </a:t>
          </a:r>
          <a:r>
            <a:rPr lang="fr-CA" sz="1400" dirty="0" err="1"/>
            <a:t>nível</a:t>
          </a:r>
          <a:r>
            <a:rPr lang="fr-CA" sz="1400" dirty="0"/>
            <a:t> de </a:t>
          </a:r>
          <a:r>
            <a:rPr lang="fr-CA" sz="1400" dirty="0" err="1"/>
            <a:t>segurança</a:t>
          </a:r>
          <a:r>
            <a:rPr lang="fr-CA" sz="1400" dirty="0"/>
            <a:t>, </a:t>
          </a:r>
          <a:r>
            <a:rPr lang="fr-CA" sz="1400" dirty="0" err="1"/>
            <a:t>disponibilidade</a:t>
          </a:r>
          <a:r>
            <a:rPr lang="fr-CA" sz="1400" dirty="0"/>
            <a:t> e </a:t>
          </a:r>
          <a:r>
            <a:rPr lang="fr-CA" sz="1400" dirty="0" err="1"/>
            <a:t>controle</a:t>
          </a:r>
          <a:r>
            <a:rPr lang="fr-CA" sz="1400" dirty="0"/>
            <a:t> de </a:t>
          </a:r>
          <a:r>
            <a:rPr lang="fr-CA" sz="1400" dirty="0" err="1"/>
            <a:t>acesso</a:t>
          </a:r>
          <a:r>
            <a:rPr lang="fr-CA" sz="1400" dirty="0"/>
            <a:t>.</a:t>
          </a:r>
          <a:endParaRPr lang="en-US" sz="1400" dirty="0"/>
        </a:p>
      </dgm:t>
    </dgm:pt>
    <dgm:pt modelId="{F67D2579-6E8F-4512-A258-380E4F29E97F}" type="parTrans" cxnId="{7981224B-3F21-4517-9EC1-DD24C3D638D7}">
      <dgm:prSet/>
      <dgm:spPr/>
      <dgm:t>
        <a:bodyPr/>
        <a:lstStyle/>
        <a:p>
          <a:endParaRPr lang="en-US"/>
        </a:p>
      </dgm:t>
    </dgm:pt>
    <dgm:pt modelId="{184ACC79-2CE4-494A-A29D-C7469A7C2E1C}" type="sibTrans" cxnId="{7981224B-3F21-4517-9EC1-DD24C3D638D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5C9A0F-B8F2-4C79-9E34-96E92072EA64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b="1" dirty="0"/>
            <a:t>INTEGRAÇÃO ENTRE MATRIZ E FILIAIS</a:t>
          </a:r>
          <a:br>
            <a:rPr lang="fr-CA" dirty="0"/>
          </a:br>
          <a:r>
            <a:rPr lang="fr-CA" dirty="0"/>
            <a:t>A </a:t>
          </a:r>
          <a:r>
            <a:rPr lang="fr-CA" dirty="0" err="1"/>
            <a:t>estrutura</a:t>
          </a:r>
          <a:r>
            <a:rPr lang="fr-CA" dirty="0"/>
            <a:t> </a:t>
          </a:r>
          <a:r>
            <a:rPr lang="fr-CA" dirty="0" err="1"/>
            <a:t>distribuída</a:t>
          </a:r>
          <a:r>
            <a:rPr lang="fr-CA" dirty="0"/>
            <a:t> da </a:t>
          </a:r>
          <a:r>
            <a:rPr lang="fr-CA" dirty="0" err="1"/>
            <a:t>MetalTech</a:t>
          </a:r>
          <a:r>
            <a:rPr lang="fr-CA" dirty="0"/>
            <a:t> demanda </a:t>
          </a:r>
          <a:r>
            <a:rPr lang="fr-CA" dirty="0" err="1"/>
            <a:t>integração</a:t>
          </a:r>
          <a:r>
            <a:rPr lang="fr-CA" dirty="0"/>
            <a:t> </a:t>
          </a:r>
          <a:r>
            <a:rPr lang="fr-CA" dirty="0" err="1"/>
            <a:t>eficiente</a:t>
          </a:r>
          <a:r>
            <a:rPr lang="fr-CA" dirty="0"/>
            <a:t> entre </a:t>
          </a:r>
          <a:r>
            <a:rPr lang="fr-CA" dirty="0" err="1"/>
            <a:t>unidades</a:t>
          </a:r>
          <a:r>
            <a:rPr lang="fr-CA" dirty="0"/>
            <a:t> </a:t>
          </a:r>
          <a:r>
            <a:rPr lang="fr-CA" dirty="0" err="1"/>
            <a:t>geograficamente</a:t>
          </a:r>
          <a:r>
            <a:rPr lang="fr-CA" dirty="0"/>
            <a:t> </a:t>
          </a:r>
          <a:r>
            <a:rPr lang="fr-CA" dirty="0" err="1"/>
            <a:t>separadas</a:t>
          </a:r>
          <a:r>
            <a:rPr lang="fr-CA" dirty="0"/>
            <a:t>, </a:t>
          </a:r>
          <a:r>
            <a:rPr lang="fr-CA" dirty="0" err="1"/>
            <a:t>garantindo</a:t>
          </a:r>
          <a:r>
            <a:rPr lang="fr-CA" dirty="0"/>
            <a:t> </a:t>
          </a:r>
          <a:r>
            <a:rPr lang="fr-CA" dirty="0" err="1"/>
            <a:t>comunicação</a:t>
          </a:r>
          <a:r>
            <a:rPr lang="fr-CA" dirty="0"/>
            <a:t> </a:t>
          </a:r>
          <a:r>
            <a:rPr lang="fr-CA" dirty="0" err="1"/>
            <a:t>contínua</a:t>
          </a:r>
          <a:r>
            <a:rPr lang="fr-CA" dirty="0"/>
            <a:t> e </a:t>
          </a:r>
          <a:r>
            <a:rPr lang="fr-CA" dirty="0" err="1"/>
            <a:t>centralização</a:t>
          </a:r>
          <a:r>
            <a:rPr lang="fr-CA" dirty="0"/>
            <a:t> dos </a:t>
          </a:r>
          <a:r>
            <a:rPr lang="fr-CA" dirty="0" err="1"/>
            <a:t>sistemas</a:t>
          </a:r>
          <a:r>
            <a:rPr lang="fr-CA" dirty="0"/>
            <a:t>.</a:t>
          </a:r>
          <a:endParaRPr lang="en-US" dirty="0"/>
        </a:p>
      </dgm:t>
    </dgm:pt>
    <dgm:pt modelId="{85CE73F9-BC75-4D6C-9B83-8B4BED5885F0}" type="parTrans" cxnId="{EAEE518D-02FC-438C-8AF7-4A21A2A103CE}">
      <dgm:prSet/>
      <dgm:spPr/>
      <dgm:t>
        <a:bodyPr/>
        <a:lstStyle/>
        <a:p>
          <a:endParaRPr lang="en-US"/>
        </a:p>
      </dgm:t>
    </dgm:pt>
    <dgm:pt modelId="{31B0184E-2A99-473A-84CE-2117779707DB}" type="sibTrans" cxnId="{EAEE518D-02FC-438C-8AF7-4A21A2A103CE}">
      <dgm:prSet/>
      <dgm:spPr/>
      <dgm:t>
        <a:bodyPr/>
        <a:lstStyle/>
        <a:p>
          <a:endParaRPr lang="en-US"/>
        </a:p>
      </dgm:t>
    </dgm:pt>
    <dgm:pt modelId="{F173894E-FEF2-45DD-9934-377D8AFDABD4}" type="pres">
      <dgm:prSet presAssocID="{AA2DA734-7732-42EA-BDF7-521591778506}" presName="root" presStyleCnt="0">
        <dgm:presLayoutVars>
          <dgm:dir/>
          <dgm:resizeHandles val="exact"/>
        </dgm:presLayoutVars>
      </dgm:prSet>
      <dgm:spPr/>
    </dgm:pt>
    <dgm:pt modelId="{B838247A-7CBD-4AD4-8656-B19F13666B61}" type="pres">
      <dgm:prSet presAssocID="{AA2DA734-7732-42EA-BDF7-521591778506}" presName="container" presStyleCnt="0">
        <dgm:presLayoutVars>
          <dgm:dir/>
          <dgm:resizeHandles val="exact"/>
        </dgm:presLayoutVars>
      </dgm:prSet>
      <dgm:spPr/>
    </dgm:pt>
    <dgm:pt modelId="{7EDB40C5-4051-4660-B80A-238A50C0D6D7}" type="pres">
      <dgm:prSet presAssocID="{D2F61036-A030-4E88-BA51-9F44E1EF4D5A}" presName="compNode" presStyleCnt="0"/>
      <dgm:spPr/>
    </dgm:pt>
    <dgm:pt modelId="{6DDD928C-4C81-4518-A402-28AA31A801F0}" type="pres">
      <dgm:prSet presAssocID="{D2F61036-A030-4E88-BA51-9F44E1EF4D5A}" presName="iconBgRect" presStyleLbl="bgShp" presStyleIdx="0" presStyleCnt="4"/>
      <dgm:spPr/>
    </dgm:pt>
    <dgm:pt modelId="{0E10873E-117E-4B11-AB10-549F6691761A}" type="pres">
      <dgm:prSet presAssocID="{D2F61036-A030-4E88-BA51-9F44E1EF4D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6F53C45D-683F-4E0B-B7B3-E9F378DE583C}" type="pres">
      <dgm:prSet presAssocID="{D2F61036-A030-4E88-BA51-9F44E1EF4D5A}" presName="spaceRect" presStyleCnt="0"/>
      <dgm:spPr/>
    </dgm:pt>
    <dgm:pt modelId="{D883001A-ECE9-4908-BEF3-922F97D1DCE5}" type="pres">
      <dgm:prSet presAssocID="{D2F61036-A030-4E88-BA51-9F44E1EF4D5A}" presName="textRect" presStyleLbl="revTx" presStyleIdx="0" presStyleCnt="4">
        <dgm:presLayoutVars>
          <dgm:chMax val="1"/>
          <dgm:chPref val="1"/>
        </dgm:presLayoutVars>
      </dgm:prSet>
      <dgm:spPr/>
    </dgm:pt>
    <dgm:pt modelId="{865BBF05-F31D-4702-BF60-D5B0337644D0}" type="pres">
      <dgm:prSet presAssocID="{66E1CA14-CE95-489F-8E34-C7F994A793D8}" presName="sibTrans" presStyleLbl="sibTrans2D1" presStyleIdx="0" presStyleCnt="0"/>
      <dgm:spPr/>
    </dgm:pt>
    <dgm:pt modelId="{BEAAD968-221D-440F-8F66-06F764B0B944}" type="pres">
      <dgm:prSet presAssocID="{96C79309-2477-497D-9DCC-1E8E0F7B387A}" presName="compNode" presStyleCnt="0"/>
      <dgm:spPr/>
    </dgm:pt>
    <dgm:pt modelId="{14F1A23B-71AF-4371-98C7-1F00C28B595B}" type="pres">
      <dgm:prSet presAssocID="{96C79309-2477-497D-9DCC-1E8E0F7B387A}" presName="iconBgRect" presStyleLbl="bgShp" presStyleIdx="1" presStyleCnt="4"/>
      <dgm:spPr/>
    </dgm:pt>
    <dgm:pt modelId="{E22568DA-B046-4367-9FFE-5313B169FC72}" type="pres">
      <dgm:prSet presAssocID="{96C79309-2477-497D-9DCC-1E8E0F7B387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me de flux"/>
        </a:ext>
      </dgm:extLst>
    </dgm:pt>
    <dgm:pt modelId="{843B3D65-4166-40AD-BF1A-22E94C86EA9E}" type="pres">
      <dgm:prSet presAssocID="{96C79309-2477-497D-9DCC-1E8E0F7B387A}" presName="spaceRect" presStyleCnt="0"/>
      <dgm:spPr/>
    </dgm:pt>
    <dgm:pt modelId="{F80F456B-A651-49D5-9D79-80C4CD6E48C6}" type="pres">
      <dgm:prSet presAssocID="{96C79309-2477-497D-9DCC-1E8E0F7B387A}" presName="textRect" presStyleLbl="revTx" presStyleIdx="1" presStyleCnt="4">
        <dgm:presLayoutVars>
          <dgm:chMax val="1"/>
          <dgm:chPref val="1"/>
        </dgm:presLayoutVars>
      </dgm:prSet>
      <dgm:spPr/>
    </dgm:pt>
    <dgm:pt modelId="{A0B681AF-F956-4878-B187-EDD71741EB49}" type="pres">
      <dgm:prSet presAssocID="{CCBCE5A8-F44A-4071-BA0D-E8C886B4CE8D}" presName="sibTrans" presStyleLbl="sibTrans2D1" presStyleIdx="0" presStyleCnt="0"/>
      <dgm:spPr/>
    </dgm:pt>
    <dgm:pt modelId="{45DC003B-55AC-4A03-912E-5F3EB019FFC4}" type="pres">
      <dgm:prSet presAssocID="{0030AE09-ACB8-48B2-BA14-8D7EDD0BC3E0}" presName="compNode" presStyleCnt="0"/>
      <dgm:spPr/>
    </dgm:pt>
    <dgm:pt modelId="{0C5842AE-BEAA-42B2-BA1F-F38212F7E15B}" type="pres">
      <dgm:prSet presAssocID="{0030AE09-ACB8-48B2-BA14-8D7EDD0BC3E0}" presName="iconBgRect" presStyleLbl="bgShp" presStyleIdx="2" presStyleCnt="4"/>
      <dgm:spPr/>
    </dgm:pt>
    <dgm:pt modelId="{32CF7400-1A84-44D4-A69A-1EECBB919231}" type="pres">
      <dgm:prSet presAssocID="{0030AE09-ACB8-48B2-BA14-8D7EDD0BC3E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51D84D17-0F30-4419-A3C8-A7EE1CE7AD0D}" type="pres">
      <dgm:prSet presAssocID="{0030AE09-ACB8-48B2-BA14-8D7EDD0BC3E0}" presName="spaceRect" presStyleCnt="0"/>
      <dgm:spPr/>
    </dgm:pt>
    <dgm:pt modelId="{9FB47291-BA41-48B9-9287-5ABF49AB4951}" type="pres">
      <dgm:prSet presAssocID="{0030AE09-ACB8-48B2-BA14-8D7EDD0BC3E0}" presName="textRect" presStyleLbl="revTx" presStyleIdx="2" presStyleCnt="4">
        <dgm:presLayoutVars>
          <dgm:chMax val="1"/>
          <dgm:chPref val="1"/>
        </dgm:presLayoutVars>
      </dgm:prSet>
      <dgm:spPr/>
    </dgm:pt>
    <dgm:pt modelId="{04B0392D-4C8B-42E2-99CA-3820F91F1F8C}" type="pres">
      <dgm:prSet presAssocID="{184ACC79-2CE4-494A-A29D-C7469A7C2E1C}" presName="sibTrans" presStyleLbl="sibTrans2D1" presStyleIdx="0" presStyleCnt="0"/>
      <dgm:spPr/>
    </dgm:pt>
    <dgm:pt modelId="{92DE88EF-A554-4DB8-894A-994AD549567C}" type="pres">
      <dgm:prSet presAssocID="{E05C9A0F-B8F2-4C79-9E34-96E92072EA64}" presName="compNode" presStyleCnt="0"/>
      <dgm:spPr/>
    </dgm:pt>
    <dgm:pt modelId="{04B123FE-7BEC-4C2D-8CA2-8842E6E4ADFE}" type="pres">
      <dgm:prSet presAssocID="{E05C9A0F-B8F2-4C79-9E34-96E92072EA64}" presName="iconBgRect" presStyleLbl="bgShp" presStyleIdx="3" presStyleCnt="4"/>
      <dgm:spPr/>
    </dgm:pt>
    <dgm:pt modelId="{2D1B0581-DBED-46F5-A66F-54DE1B46DE30}" type="pres">
      <dgm:prSet presAssocID="{E05C9A0F-B8F2-4C79-9E34-96E92072EA6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2CA680CF-7E36-4223-AFDE-FFF7AC0F089C}" type="pres">
      <dgm:prSet presAssocID="{E05C9A0F-B8F2-4C79-9E34-96E92072EA64}" presName="spaceRect" presStyleCnt="0"/>
      <dgm:spPr/>
    </dgm:pt>
    <dgm:pt modelId="{3E056FE7-6EAE-4539-B613-EC28108596CB}" type="pres">
      <dgm:prSet presAssocID="{E05C9A0F-B8F2-4C79-9E34-96E92072EA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C2F140C-2007-4C58-91F1-5C88B89D3F41}" type="presOf" srcId="{0030AE09-ACB8-48B2-BA14-8D7EDD0BC3E0}" destId="{9FB47291-BA41-48B9-9287-5ABF49AB4951}" srcOrd="0" destOrd="0" presId="urn:microsoft.com/office/officeart/2018/2/layout/IconCircleList"/>
    <dgm:cxn modelId="{B8B7811D-5C96-4ACF-98FC-BCF992603831}" srcId="{AA2DA734-7732-42EA-BDF7-521591778506}" destId="{96C79309-2477-497D-9DCC-1E8E0F7B387A}" srcOrd="1" destOrd="0" parTransId="{F433B0B3-0CC7-4839-BCEF-77B9523EA5E0}" sibTransId="{CCBCE5A8-F44A-4071-BA0D-E8C886B4CE8D}"/>
    <dgm:cxn modelId="{7981224B-3F21-4517-9EC1-DD24C3D638D7}" srcId="{AA2DA734-7732-42EA-BDF7-521591778506}" destId="{0030AE09-ACB8-48B2-BA14-8D7EDD0BC3E0}" srcOrd="2" destOrd="0" parTransId="{F67D2579-6E8F-4512-A258-380E4F29E97F}" sibTransId="{184ACC79-2CE4-494A-A29D-C7469A7C2E1C}"/>
    <dgm:cxn modelId="{42581855-D28A-42A4-9F7A-82805E09C86F}" type="presOf" srcId="{D2F61036-A030-4E88-BA51-9F44E1EF4D5A}" destId="{D883001A-ECE9-4908-BEF3-922F97D1DCE5}" srcOrd="0" destOrd="0" presId="urn:microsoft.com/office/officeart/2018/2/layout/IconCircleList"/>
    <dgm:cxn modelId="{D839B762-5CBA-4F27-AEFA-82AF87B2D206}" type="presOf" srcId="{CCBCE5A8-F44A-4071-BA0D-E8C886B4CE8D}" destId="{A0B681AF-F956-4878-B187-EDD71741EB49}" srcOrd="0" destOrd="0" presId="urn:microsoft.com/office/officeart/2018/2/layout/IconCircleList"/>
    <dgm:cxn modelId="{EAEE518D-02FC-438C-8AF7-4A21A2A103CE}" srcId="{AA2DA734-7732-42EA-BDF7-521591778506}" destId="{E05C9A0F-B8F2-4C79-9E34-96E92072EA64}" srcOrd="3" destOrd="0" parTransId="{85CE73F9-BC75-4D6C-9B83-8B4BED5885F0}" sibTransId="{31B0184E-2A99-473A-84CE-2117779707DB}"/>
    <dgm:cxn modelId="{65BA31A7-9891-4A69-811B-34C6C36D90A9}" type="presOf" srcId="{AA2DA734-7732-42EA-BDF7-521591778506}" destId="{F173894E-FEF2-45DD-9934-377D8AFDABD4}" srcOrd="0" destOrd="0" presId="urn:microsoft.com/office/officeart/2018/2/layout/IconCircleList"/>
    <dgm:cxn modelId="{B8FADAB6-6427-4CC1-B9A0-2AE42DE0115E}" type="presOf" srcId="{96C79309-2477-497D-9DCC-1E8E0F7B387A}" destId="{F80F456B-A651-49D5-9D79-80C4CD6E48C6}" srcOrd="0" destOrd="0" presId="urn:microsoft.com/office/officeart/2018/2/layout/IconCircleList"/>
    <dgm:cxn modelId="{24695DC0-BA64-417A-8D10-FA73C646E52F}" type="presOf" srcId="{184ACC79-2CE4-494A-A29D-C7469A7C2E1C}" destId="{04B0392D-4C8B-42E2-99CA-3820F91F1F8C}" srcOrd="0" destOrd="0" presId="urn:microsoft.com/office/officeart/2018/2/layout/IconCircleList"/>
    <dgm:cxn modelId="{1A689DCF-EB12-4CE6-8545-81749D14C641}" type="presOf" srcId="{66E1CA14-CE95-489F-8E34-C7F994A793D8}" destId="{865BBF05-F31D-4702-BF60-D5B0337644D0}" srcOrd="0" destOrd="0" presId="urn:microsoft.com/office/officeart/2018/2/layout/IconCircleList"/>
    <dgm:cxn modelId="{279D4BD7-7F45-4679-BAAA-5B4B4F5D8DBE}" type="presOf" srcId="{E05C9A0F-B8F2-4C79-9E34-96E92072EA64}" destId="{3E056FE7-6EAE-4539-B613-EC28108596CB}" srcOrd="0" destOrd="0" presId="urn:microsoft.com/office/officeart/2018/2/layout/IconCircleList"/>
    <dgm:cxn modelId="{A023C8FC-1D89-4059-B394-4A6552CCBDDC}" srcId="{AA2DA734-7732-42EA-BDF7-521591778506}" destId="{D2F61036-A030-4E88-BA51-9F44E1EF4D5A}" srcOrd="0" destOrd="0" parTransId="{9699B93D-EF4D-4272-86C9-4344FC0AF8AF}" sibTransId="{66E1CA14-CE95-489F-8E34-C7F994A793D8}"/>
    <dgm:cxn modelId="{F8F0CC6C-ADB1-4952-9927-D0346DCD0BD8}" type="presParOf" srcId="{F173894E-FEF2-45DD-9934-377D8AFDABD4}" destId="{B838247A-7CBD-4AD4-8656-B19F13666B61}" srcOrd="0" destOrd="0" presId="urn:microsoft.com/office/officeart/2018/2/layout/IconCircleList"/>
    <dgm:cxn modelId="{48FE64B9-B52A-4DA8-BA98-F4BD53EAACBB}" type="presParOf" srcId="{B838247A-7CBD-4AD4-8656-B19F13666B61}" destId="{7EDB40C5-4051-4660-B80A-238A50C0D6D7}" srcOrd="0" destOrd="0" presId="urn:microsoft.com/office/officeart/2018/2/layout/IconCircleList"/>
    <dgm:cxn modelId="{95BD7BF7-70D3-4874-9761-5614E693FB35}" type="presParOf" srcId="{7EDB40C5-4051-4660-B80A-238A50C0D6D7}" destId="{6DDD928C-4C81-4518-A402-28AA31A801F0}" srcOrd="0" destOrd="0" presId="urn:microsoft.com/office/officeart/2018/2/layout/IconCircleList"/>
    <dgm:cxn modelId="{ED54C2B4-D9BF-4F26-9C80-2A0B6E65F56D}" type="presParOf" srcId="{7EDB40C5-4051-4660-B80A-238A50C0D6D7}" destId="{0E10873E-117E-4B11-AB10-549F6691761A}" srcOrd="1" destOrd="0" presId="urn:microsoft.com/office/officeart/2018/2/layout/IconCircleList"/>
    <dgm:cxn modelId="{9B7341AF-5EFF-4698-B12A-132126362010}" type="presParOf" srcId="{7EDB40C5-4051-4660-B80A-238A50C0D6D7}" destId="{6F53C45D-683F-4E0B-B7B3-E9F378DE583C}" srcOrd="2" destOrd="0" presId="urn:microsoft.com/office/officeart/2018/2/layout/IconCircleList"/>
    <dgm:cxn modelId="{97BBC4F8-2E03-4AEE-98B5-632E1D949AEA}" type="presParOf" srcId="{7EDB40C5-4051-4660-B80A-238A50C0D6D7}" destId="{D883001A-ECE9-4908-BEF3-922F97D1DCE5}" srcOrd="3" destOrd="0" presId="urn:microsoft.com/office/officeart/2018/2/layout/IconCircleList"/>
    <dgm:cxn modelId="{66058779-0DF5-48D7-BAA0-3113D6E05C3A}" type="presParOf" srcId="{B838247A-7CBD-4AD4-8656-B19F13666B61}" destId="{865BBF05-F31D-4702-BF60-D5B0337644D0}" srcOrd="1" destOrd="0" presId="urn:microsoft.com/office/officeart/2018/2/layout/IconCircleList"/>
    <dgm:cxn modelId="{E2FDD5B6-0FDD-451D-912F-30BF7F608280}" type="presParOf" srcId="{B838247A-7CBD-4AD4-8656-B19F13666B61}" destId="{BEAAD968-221D-440F-8F66-06F764B0B944}" srcOrd="2" destOrd="0" presId="urn:microsoft.com/office/officeart/2018/2/layout/IconCircleList"/>
    <dgm:cxn modelId="{E9B2D430-54E0-427F-A6CB-B2DCAB7062F7}" type="presParOf" srcId="{BEAAD968-221D-440F-8F66-06F764B0B944}" destId="{14F1A23B-71AF-4371-98C7-1F00C28B595B}" srcOrd="0" destOrd="0" presId="urn:microsoft.com/office/officeart/2018/2/layout/IconCircleList"/>
    <dgm:cxn modelId="{C4507AC3-FC4E-47FF-AEFF-E132FFE97419}" type="presParOf" srcId="{BEAAD968-221D-440F-8F66-06F764B0B944}" destId="{E22568DA-B046-4367-9FFE-5313B169FC72}" srcOrd="1" destOrd="0" presId="urn:microsoft.com/office/officeart/2018/2/layout/IconCircleList"/>
    <dgm:cxn modelId="{CFABC5D2-ADB3-4F2D-AF51-4C3645A39282}" type="presParOf" srcId="{BEAAD968-221D-440F-8F66-06F764B0B944}" destId="{843B3D65-4166-40AD-BF1A-22E94C86EA9E}" srcOrd="2" destOrd="0" presId="urn:microsoft.com/office/officeart/2018/2/layout/IconCircleList"/>
    <dgm:cxn modelId="{6A4AD02A-58BB-4A5E-897E-CFB4F6696821}" type="presParOf" srcId="{BEAAD968-221D-440F-8F66-06F764B0B944}" destId="{F80F456B-A651-49D5-9D79-80C4CD6E48C6}" srcOrd="3" destOrd="0" presId="urn:microsoft.com/office/officeart/2018/2/layout/IconCircleList"/>
    <dgm:cxn modelId="{93E45B2C-531C-49D4-8407-B13F53366401}" type="presParOf" srcId="{B838247A-7CBD-4AD4-8656-B19F13666B61}" destId="{A0B681AF-F956-4878-B187-EDD71741EB49}" srcOrd="3" destOrd="0" presId="urn:microsoft.com/office/officeart/2018/2/layout/IconCircleList"/>
    <dgm:cxn modelId="{8A2A39C2-58A3-4FDD-AB3E-0C13AED603AA}" type="presParOf" srcId="{B838247A-7CBD-4AD4-8656-B19F13666B61}" destId="{45DC003B-55AC-4A03-912E-5F3EB019FFC4}" srcOrd="4" destOrd="0" presId="urn:microsoft.com/office/officeart/2018/2/layout/IconCircleList"/>
    <dgm:cxn modelId="{F301C34D-5814-4224-BDAE-7057C0FA732A}" type="presParOf" srcId="{45DC003B-55AC-4A03-912E-5F3EB019FFC4}" destId="{0C5842AE-BEAA-42B2-BA1F-F38212F7E15B}" srcOrd="0" destOrd="0" presId="urn:microsoft.com/office/officeart/2018/2/layout/IconCircleList"/>
    <dgm:cxn modelId="{B1D13D40-5BE7-40DE-BD03-DF504FEB7CA1}" type="presParOf" srcId="{45DC003B-55AC-4A03-912E-5F3EB019FFC4}" destId="{32CF7400-1A84-44D4-A69A-1EECBB919231}" srcOrd="1" destOrd="0" presId="urn:microsoft.com/office/officeart/2018/2/layout/IconCircleList"/>
    <dgm:cxn modelId="{D187619B-FC9E-4AD1-A87D-E804F143EA62}" type="presParOf" srcId="{45DC003B-55AC-4A03-912E-5F3EB019FFC4}" destId="{51D84D17-0F30-4419-A3C8-A7EE1CE7AD0D}" srcOrd="2" destOrd="0" presId="urn:microsoft.com/office/officeart/2018/2/layout/IconCircleList"/>
    <dgm:cxn modelId="{D7C60FCD-1954-4E43-B2CA-59E60F460A8E}" type="presParOf" srcId="{45DC003B-55AC-4A03-912E-5F3EB019FFC4}" destId="{9FB47291-BA41-48B9-9287-5ABF49AB4951}" srcOrd="3" destOrd="0" presId="urn:microsoft.com/office/officeart/2018/2/layout/IconCircleList"/>
    <dgm:cxn modelId="{EE9CF2DC-BAE7-45DD-AE5C-C1558C9DADFB}" type="presParOf" srcId="{B838247A-7CBD-4AD4-8656-B19F13666B61}" destId="{04B0392D-4C8B-42E2-99CA-3820F91F1F8C}" srcOrd="5" destOrd="0" presId="urn:microsoft.com/office/officeart/2018/2/layout/IconCircleList"/>
    <dgm:cxn modelId="{BC17C5FC-8A0F-4121-BBD3-AF2E8F1FA499}" type="presParOf" srcId="{B838247A-7CBD-4AD4-8656-B19F13666B61}" destId="{92DE88EF-A554-4DB8-894A-994AD549567C}" srcOrd="6" destOrd="0" presId="urn:microsoft.com/office/officeart/2018/2/layout/IconCircleList"/>
    <dgm:cxn modelId="{04CD6452-F1BF-416D-92AB-7BF3C94DA4F2}" type="presParOf" srcId="{92DE88EF-A554-4DB8-894A-994AD549567C}" destId="{04B123FE-7BEC-4C2D-8CA2-8842E6E4ADFE}" srcOrd="0" destOrd="0" presId="urn:microsoft.com/office/officeart/2018/2/layout/IconCircleList"/>
    <dgm:cxn modelId="{79ECCE1A-FB31-4E1C-B141-82BB44C2C6AA}" type="presParOf" srcId="{92DE88EF-A554-4DB8-894A-994AD549567C}" destId="{2D1B0581-DBED-46F5-A66F-54DE1B46DE30}" srcOrd="1" destOrd="0" presId="urn:microsoft.com/office/officeart/2018/2/layout/IconCircleList"/>
    <dgm:cxn modelId="{BB98CA2D-3AB6-4CC8-8963-06CA52C30B9E}" type="presParOf" srcId="{92DE88EF-A554-4DB8-894A-994AD549567C}" destId="{2CA680CF-7E36-4223-AFDE-FFF7AC0F089C}" srcOrd="2" destOrd="0" presId="urn:microsoft.com/office/officeart/2018/2/layout/IconCircleList"/>
    <dgm:cxn modelId="{CFE6C495-2F5A-4252-8DC5-010CBAE63B94}" type="presParOf" srcId="{92DE88EF-A554-4DB8-894A-994AD549567C}" destId="{3E056FE7-6EAE-4539-B613-EC28108596C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DF604C-F1C8-4BD9-AC71-50658E549BC1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79ACF4-1A56-4E78-9FD9-ABF440083EE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b="1" dirty="0" err="1"/>
            <a:t>Implementar</a:t>
          </a:r>
          <a:r>
            <a:rPr lang="fr-CA" b="1" dirty="0"/>
            <a:t> </a:t>
          </a:r>
          <a:r>
            <a:rPr lang="fr-CA" b="1" dirty="0" err="1"/>
            <a:t>uma</a:t>
          </a:r>
          <a:r>
            <a:rPr lang="fr-CA" b="1" dirty="0"/>
            <a:t> </a:t>
          </a:r>
          <a:r>
            <a:rPr lang="fr-CA" b="1" dirty="0" err="1"/>
            <a:t>infraestrutura</a:t>
          </a:r>
          <a:r>
            <a:rPr lang="fr-CA" b="1" dirty="0"/>
            <a:t> </a:t>
          </a:r>
          <a:r>
            <a:rPr lang="fr-CA" b="1" dirty="0" err="1"/>
            <a:t>híbrida</a:t>
          </a:r>
          <a:br>
            <a:rPr lang="fr-CA" dirty="0"/>
          </a:br>
          <a:r>
            <a:rPr lang="fr-CA" cap="none" dirty="0"/>
            <a:t>O </a:t>
          </a:r>
          <a:r>
            <a:rPr lang="fr-CA" cap="none" dirty="0" err="1"/>
            <a:t>projeto</a:t>
          </a:r>
          <a:r>
            <a:rPr lang="fr-CA" cap="none" dirty="0"/>
            <a:t> </a:t>
          </a:r>
          <a:r>
            <a:rPr lang="fr-CA" cap="none" dirty="0" err="1"/>
            <a:t>busca</a:t>
          </a:r>
          <a:r>
            <a:rPr lang="fr-CA" cap="none" dirty="0"/>
            <a:t> </a:t>
          </a:r>
          <a:r>
            <a:rPr lang="fr-CA" cap="none" dirty="0" err="1"/>
            <a:t>construir</a:t>
          </a:r>
          <a:r>
            <a:rPr lang="fr-CA" cap="none" dirty="0"/>
            <a:t> um </a:t>
          </a:r>
          <a:r>
            <a:rPr lang="fr-CA" cap="none" dirty="0" err="1"/>
            <a:t>ambiente</a:t>
          </a:r>
          <a:r>
            <a:rPr lang="fr-CA" cap="none" dirty="0"/>
            <a:t> </a:t>
          </a:r>
          <a:r>
            <a:rPr lang="fr-CA" cap="none" dirty="0" err="1"/>
            <a:t>corporativo</a:t>
          </a:r>
          <a:r>
            <a:rPr lang="fr-CA" cap="none" dirty="0"/>
            <a:t> que combine </a:t>
          </a:r>
          <a:r>
            <a:rPr lang="fr-CA" cap="none" dirty="0" err="1"/>
            <a:t>infraestrutura</a:t>
          </a:r>
          <a:r>
            <a:rPr lang="fr-CA" cap="none" dirty="0"/>
            <a:t> local na </a:t>
          </a:r>
          <a:r>
            <a:rPr lang="fr-CA" cap="none" dirty="0" err="1"/>
            <a:t>matriz</a:t>
          </a:r>
          <a:r>
            <a:rPr lang="fr-CA" cap="none" dirty="0"/>
            <a:t> com </a:t>
          </a:r>
          <a:r>
            <a:rPr lang="fr-CA" cap="none" dirty="0" err="1"/>
            <a:t>serviços</a:t>
          </a:r>
          <a:r>
            <a:rPr lang="fr-CA" cap="none" dirty="0"/>
            <a:t> </a:t>
          </a:r>
          <a:r>
            <a:rPr lang="fr-CA" cap="none" dirty="0" err="1"/>
            <a:t>em</a:t>
          </a:r>
          <a:r>
            <a:rPr lang="fr-CA" cap="none" dirty="0"/>
            <a:t> </a:t>
          </a:r>
          <a:r>
            <a:rPr lang="fr-CA" cap="none" dirty="0" err="1"/>
            <a:t>nuvem</a:t>
          </a:r>
          <a:r>
            <a:rPr lang="fr-CA" cap="none" dirty="0"/>
            <a:t>, </a:t>
          </a:r>
          <a:r>
            <a:rPr lang="fr-CA" cap="none" dirty="0" err="1"/>
            <a:t>simulando</a:t>
          </a:r>
          <a:r>
            <a:rPr lang="fr-CA" cap="none" dirty="0"/>
            <a:t> um </a:t>
          </a:r>
          <a:r>
            <a:rPr lang="fr-CA" cap="none" dirty="0" err="1"/>
            <a:t>cenário</a:t>
          </a:r>
          <a:r>
            <a:rPr lang="fr-CA" cap="none" dirty="0"/>
            <a:t> real da </a:t>
          </a:r>
          <a:r>
            <a:rPr lang="fr-CA" cap="none" dirty="0" err="1"/>
            <a:t>empresa</a:t>
          </a:r>
          <a:r>
            <a:rPr lang="fr-CA" cap="none" dirty="0"/>
            <a:t>.</a:t>
          </a:r>
          <a:endParaRPr lang="en-US" dirty="0"/>
        </a:p>
      </dgm:t>
    </dgm:pt>
    <dgm:pt modelId="{7EF5570B-BEFF-4548-8E5F-BC68F613BAA6}" type="parTrans" cxnId="{FC559512-F648-4087-ABC3-02538F23695D}">
      <dgm:prSet/>
      <dgm:spPr/>
      <dgm:t>
        <a:bodyPr/>
        <a:lstStyle/>
        <a:p>
          <a:endParaRPr lang="en-US"/>
        </a:p>
      </dgm:t>
    </dgm:pt>
    <dgm:pt modelId="{4409A055-89B3-426D-ABD6-13090119C19A}" type="sibTrans" cxnId="{FC559512-F648-4087-ABC3-02538F23695D}">
      <dgm:prSet/>
      <dgm:spPr/>
      <dgm:t>
        <a:bodyPr/>
        <a:lstStyle/>
        <a:p>
          <a:endParaRPr lang="en-US"/>
        </a:p>
      </dgm:t>
    </dgm:pt>
    <dgm:pt modelId="{DF104278-14FA-4BAF-AFF1-0141250E9BE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b="1" dirty="0" err="1"/>
            <a:t>Integrar</a:t>
          </a:r>
          <a:r>
            <a:rPr lang="fr-CA" b="1" dirty="0"/>
            <a:t> </a:t>
          </a:r>
          <a:r>
            <a:rPr lang="fr-CA" b="1" dirty="0" err="1"/>
            <a:t>ambiente</a:t>
          </a:r>
          <a:r>
            <a:rPr lang="fr-CA" b="1" dirty="0"/>
            <a:t> local e cloud</a:t>
          </a:r>
          <a:br>
            <a:rPr lang="fr-CA" dirty="0"/>
          </a:br>
          <a:r>
            <a:rPr lang="fr-CA" cap="none" dirty="0"/>
            <a:t>Garantir a </a:t>
          </a:r>
          <a:r>
            <a:rPr lang="fr-CA" cap="none" dirty="0" err="1"/>
            <a:t>comunicação</a:t>
          </a:r>
          <a:r>
            <a:rPr lang="fr-CA" cap="none" dirty="0"/>
            <a:t> entre o </a:t>
          </a:r>
          <a:r>
            <a:rPr lang="fr-CA" cap="none" dirty="0" err="1"/>
            <a:t>ambiente</a:t>
          </a:r>
          <a:r>
            <a:rPr lang="fr-CA" cap="none" dirty="0"/>
            <a:t> local </a:t>
          </a:r>
          <a:r>
            <a:rPr lang="fr-CA" cap="none" dirty="0" err="1"/>
            <a:t>baseado</a:t>
          </a:r>
          <a:r>
            <a:rPr lang="fr-CA" cap="none" dirty="0"/>
            <a:t> </a:t>
          </a:r>
          <a:r>
            <a:rPr lang="fr-CA" cap="none" dirty="0" err="1"/>
            <a:t>em</a:t>
          </a:r>
          <a:r>
            <a:rPr lang="fr-CA" cap="none" dirty="0"/>
            <a:t> </a:t>
          </a:r>
          <a:r>
            <a:rPr lang="fr-CA" cap="none" dirty="0" err="1"/>
            <a:t>windows</a:t>
          </a:r>
          <a:r>
            <a:rPr lang="fr-CA" cap="none" dirty="0"/>
            <a:t> server e a AWS, </a:t>
          </a:r>
          <a:r>
            <a:rPr lang="fr-CA" cap="none" dirty="0" err="1"/>
            <a:t>permitindo</a:t>
          </a:r>
          <a:r>
            <a:rPr lang="fr-CA" cap="none" dirty="0"/>
            <a:t> o </a:t>
          </a:r>
          <a:r>
            <a:rPr lang="fr-CA" cap="none" dirty="0" err="1"/>
            <a:t>funcionamento</a:t>
          </a:r>
          <a:r>
            <a:rPr lang="fr-CA" cap="none" dirty="0"/>
            <a:t> </a:t>
          </a:r>
          <a:r>
            <a:rPr lang="fr-CA" cap="none" dirty="0" err="1"/>
            <a:t>conjunto</a:t>
          </a:r>
          <a:r>
            <a:rPr lang="fr-CA" cap="none" dirty="0"/>
            <a:t> entre </a:t>
          </a:r>
          <a:r>
            <a:rPr lang="fr-CA" cap="none" dirty="0" err="1"/>
            <a:t>matriz</a:t>
          </a:r>
          <a:r>
            <a:rPr lang="fr-CA" cap="none" dirty="0"/>
            <a:t>, </a:t>
          </a:r>
          <a:r>
            <a:rPr lang="fr-CA" cap="none" dirty="0" err="1"/>
            <a:t>filiais</a:t>
          </a:r>
          <a:r>
            <a:rPr lang="fr-CA" cap="none" dirty="0"/>
            <a:t> e </a:t>
          </a:r>
          <a:r>
            <a:rPr lang="fr-CA" cap="none" dirty="0" err="1"/>
            <a:t>nuvem</a:t>
          </a:r>
          <a:r>
            <a:rPr lang="fr-CA" cap="none" dirty="0"/>
            <a:t>.</a:t>
          </a:r>
          <a:endParaRPr lang="en-US" dirty="0"/>
        </a:p>
      </dgm:t>
    </dgm:pt>
    <dgm:pt modelId="{91FC4EFF-4AD6-4649-A2EA-08E24001EE85}" type="parTrans" cxnId="{F7683EE9-E289-41E8-BF45-7731834A8B98}">
      <dgm:prSet/>
      <dgm:spPr/>
      <dgm:t>
        <a:bodyPr/>
        <a:lstStyle/>
        <a:p>
          <a:endParaRPr lang="en-US"/>
        </a:p>
      </dgm:t>
    </dgm:pt>
    <dgm:pt modelId="{7251C9B2-EC45-43AB-80E8-26295502296C}" type="sibTrans" cxnId="{F7683EE9-E289-41E8-BF45-7731834A8B98}">
      <dgm:prSet/>
      <dgm:spPr/>
      <dgm:t>
        <a:bodyPr/>
        <a:lstStyle/>
        <a:p>
          <a:endParaRPr lang="en-US"/>
        </a:p>
      </dgm:t>
    </dgm:pt>
    <dgm:pt modelId="{9A8FC534-A62C-4903-B111-84F2E155F97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b="1" dirty="0" err="1"/>
            <a:t>Centralizar</a:t>
          </a:r>
          <a:r>
            <a:rPr lang="fr-CA" b="1" dirty="0"/>
            <a:t> a </a:t>
          </a:r>
          <a:r>
            <a:rPr lang="fr-CA" b="1" dirty="0" err="1"/>
            <a:t>administração</a:t>
          </a:r>
          <a:r>
            <a:rPr lang="fr-CA" b="1" dirty="0"/>
            <a:t> da </a:t>
          </a:r>
          <a:r>
            <a:rPr lang="fr-CA" b="1" dirty="0" err="1"/>
            <a:t>rede</a:t>
          </a:r>
          <a:br>
            <a:rPr lang="fr-CA" dirty="0"/>
          </a:br>
          <a:r>
            <a:rPr lang="fr-CA" cap="none" dirty="0" err="1"/>
            <a:t>Utilizar</a:t>
          </a:r>
          <a:r>
            <a:rPr lang="fr-CA" cap="none" dirty="0"/>
            <a:t> o active directory para </a:t>
          </a:r>
          <a:r>
            <a:rPr lang="fr-CA" cap="none" dirty="0" err="1"/>
            <a:t>gerenciar</a:t>
          </a:r>
          <a:r>
            <a:rPr lang="fr-CA" cap="none" dirty="0"/>
            <a:t> </a:t>
          </a:r>
          <a:r>
            <a:rPr lang="fr-CA" cap="none" dirty="0" err="1"/>
            <a:t>usuários</a:t>
          </a:r>
          <a:r>
            <a:rPr lang="fr-CA" cap="none" dirty="0"/>
            <a:t>, </a:t>
          </a:r>
          <a:r>
            <a:rPr lang="fr-CA" cap="none" dirty="0" err="1"/>
            <a:t>grupos</a:t>
          </a:r>
          <a:r>
            <a:rPr lang="fr-CA" cap="none" dirty="0"/>
            <a:t> e </a:t>
          </a:r>
          <a:r>
            <a:rPr lang="fr-CA" cap="none" dirty="0" err="1"/>
            <a:t>permissões</a:t>
          </a:r>
          <a:r>
            <a:rPr lang="fr-CA" cap="none" dirty="0"/>
            <a:t> de forma </a:t>
          </a:r>
          <a:r>
            <a:rPr lang="fr-CA" cap="none" dirty="0" err="1"/>
            <a:t>centralizada</a:t>
          </a:r>
          <a:r>
            <a:rPr lang="fr-CA" cap="none" dirty="0"/>
            <a:t>, </a:t>
          </a:r>
          <a:r>
            <a:rPr lang="fr-CA" cap="none" dirty="0" err="1"/>
            <a:t>padronizando</a:t>
          </a:r>
          <a:r>
            <a:rPr lang="fr-CA" cap="none" dirty="0"/>
            <a:t> o </a:t>
          </a:r>
          <a:r>
            <a:rPr lang="fr-CA" cap="none" dirty="0" err="1"/>
            <a:t>controle</a:t>
          </a:r>
          <a:r>
            <a:rPr lang="fr-CA" cap="none" dirty="0"/>
            <a:t> de </a:t>
          </a:r>
          <a:r>
            <a:rPr lang="fr-CA" cap="none" dirty="0" err="1"/>
            <a:t>acesso</a:t>
          </a:r>
          <a:r>
            <a:rPr lang="fr-CA" cap="none" dirty="0"/>
            <a:t> na </a:t>
          </a:r>
          <a:r>
            <a:rPr lang="fr-CA" cap="none" dirty="0" err="1"/>
            <a:t>metaltech</a:t>
          </a:r>
          <a:r>
            <a:rPr lang="fr-CA" cap="none" dirty="0"/>
            <a:t>.</a:t>
          </a:r>
          <a:endParaRPr lang="en-US" dirty="0"/>
        </a:p>
      </dgm:t>
    </dgm:pt>
    <dgm:pt modelId="{3FA56E18-B3F3-4C99-B5DC-DB16D314035A}" type="parTrans" cxnId="{9C203DB7-759A-49FD-AC47-86879E1BF066}">
      <dgm:prSet/>
      <dgm:spPr/>
      <dgm:t>
        <a:bodyPr/>
        <a:lstStyle/>
        <a:p>
          <a:endParaRPr lang="en-US"/>
        </a:p>
      </dgm:t>
    </dgm:pt>
    <dgm:pt modelId="{A802F6CC-E9EC-4358-B121-E3E99CCA5868}" type="sibTrans" cxnId="{9C203DB7-759A-49FD-AC47-86879E1BF066}">
      <dgm:prSet/>
      <dgm:spPr/>
      <dgm:t>
        <a:bodyPr/>
        <a:lstStyle/>
        <a:p>
          <a:endParaRPr lang="en-US"/>
        </a:p>
      </dgm:t>
    </dgm:pt>
    <dgm:pt modelId="{CF0441EE-9ED2-4C33-9ABB-F47F0534B8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b="1" dirty="0" err="1"/>
            <a:t>Monitorar</a:t>
          </a:r>
          <a:r>
            <a:rPr lang="fr-CA" b="1" dirty="0"/>
            <a:t> a </a:t>
          </a:r>
          <a:r>
            <a:rPr lang="fr-CA" b="1" dirty="0" err="1"/>
            <a:t>infraestrutura</a:t>
          </a:r>
          <a:br>
            <a:rPr lang="fr-CA" dirty="0"/>
          </a:br>
          <a:r>
            <a:rPr lang="fr-CA" cap="none" dirty="0" err="1"/>
            <a:t>Aplicar</a:t>
          </a:r>
          <a:r>
            <a:rPr lang="fr-CA" cap="none" dirty="0"/>
            <a:t> </a:t>
          </a:r>
          <a:r>
            <a:rPr lang="fr-CA" cap="none" dirty="0" err="1"/>
            <a:t>uma</a:t>
          </a:r>
          <a:r>
            <a:rPr lang="fr-CA" cap="none" dirty="0"/>
            <a:t> </a:t>
          </a:r>
          <a:r>
            <a:rPr lang="fr-CA" cap="none" dirty="0" err="1"/>
            <a:t>ferramenta</a:t>
          </a:r>
          <a:r>
            <a:rPr lang="fr-CA" cap="none" dirty="0"/>
            <a:t> de </a:t>
          </a:r>
          <a:r>
            <a:rPr lang="fr-CA" cap="none" dirty="0" err="1"/>
            <a:t>monitoramento</a:t>
          </a:r>
          <a:r>
            <a:rPr lang="fr-CA" cap="none" dirty="0"/>
            <a:t> para </a:t>
          </a:r>
          <a:r>
            <a:rPr lang="fr-CA" cap="none" dirty="0" err="1"/>
            <a:t>acompanhar</a:t>
          </a:r>
          <a:r>
            <a:rPr lang="fr-CA" cap="none" dirty="0"/>
            <a:t> </a:t>
          </a:r>
          <a:r>
            <a:rPr lang="fr-CA" cap="none" dirty="0" err="1"/>
            <a:t>em</a:t>
          </a:r>
          <a:r>
            <a:rPr lang="fr-CA" cap="none" dirty="0"/>
            <a:t> tempo real o </a:t>
          </a:r>
          <a:r>
            <a:rPr lang="fr-CA" cap="none" dirty="0" err="1"/>
            <a:t>desempenho</a:t>
          </a:r>
          <a:r>
            <a:rPr lang="fr-CA" cap="none" dirty="0"/>
            <a:t> dos </a:t>
          </a:r>
          <a:r>
            <a:rPr lang="fr-CA" cap="none" dirty="0" err="1"/>
            <a:t>servidores</a:t>
          </a:r>
          <a:r>
            <a:rPr lang="fr-CA" cap="none" dirty="0"/>
            <a:t> e </a:t>
          </a:r>
          <a:r>
            <a:rPr lang="fr-CA" cap="none" dirty="0" err="1"/>
            <a:t>serviços</a:t>
          </a:r>
          <a:r>
            <a:rPr lang="fr-CA" cap="none" dirty="0"/>
            <a:t> </a:t>
          </a:r>
          <a:r>
            <a:rPr lang="fr-CA" cap="none" dirty="0" err="1"/>
            <a:t>distribuídos</a:t>
          </a:r>
          <a:r>
            <a:rPr lang="fr-CA" cap="none" dirty="0"/>
            <a:t> entre os </a:t>
          </a:r>
          <a:r>
            <a:rPr lang="fr-CA" cap="none" dirty="0" err="1"/>
            <a:t>ambientes</a:t>
          </a:r>
          <a:r>
            <a:rPr lang="fr-CA" cap="none" dirty="0"/>
            <a:t>.</a:t>
          </a:r>
          <a:endParaRPr lang="en-US" dirty="0"/>
        </a:p>
      </dgm:t>
    </dgm:pt>
    <dgm:pt modelId="{F5AFCA14-2092-4C1F-B19E-D6B583854556}" type="parTrans" cxnId="{79C0FA43-A232-4DBE-B00F-3E0B7CF7801A}">
      <dgm:prSet/>
      <dgm:spPr/>
      <dgm:t>
        <a:bodyPr/>
        <a:lstStyle/>
        <a:p>
          <a:endParaRPr lang="en-US"/>
        </a:p>
      </dgm:t>
    </dgm:pt>
    <dgm:pt modelId="{3E8CD0DA-A35F-4B37-BCE6-EBD66E2A486F}" type="sibTrans" cxnId="{79C0FA43-A232-4DBE-B00F-3E0B7CF7801A}">
      <dgm:prSet/>
      <dgm:spPr/>
      <dgm:t>
        <a:bodyPr/>
        <a:lstStyle/>
        <a:p>
          <a:endParaRPr lang="en-US"/>
        </a:p>
      </dgm:t>
    </dgm:pt>
    <dgm:pt modelId="{C6B430AD-7A0B-4114-8333-7A97BD55024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CA" b="1" dirty="0" err="1"/>
            <a:t>Disponibilizar</a:t>
          </a:r>
          <a:r>
            <a:rPr lang="fr-CA" b="1" dirty="0"/>
            <a:t> </a:t>
          </a:r>
          <a:r>
            <a:rPr lang="fr-CA" b="1" dirty="0" err="1"/>
            <a:t>serviços</a:t>
          </a:r>
          <a:r>
            <a:rPr lang="fr-CA" b="1" dirty="0"/>
            <a:t> via API</a:t>
          </a:r>
          <a:br>
            <a:rPr lang="fr-CA" dirty="0"/>
          </a:br>
          <a:r>
            <a:rPr lang="fr-CA" cap="none" dirty="0" err="1"/>
            <a:t>Criar</a:t>
          </a:r>
          <a:r>
            <a:rPr lang="fr-CA" cap="none" dirty="0"/>
            <a:t> e </a:t>
          </a:r>
          <a:r>
            <a:rPr lang="fr-CA" cap="none" dirty="0" err="1"/>
            <a:t>publicar</a:t>
          </a:r>
          <a:r>
            <a:rPr lang="fr-CA" cap="none" dirty="0"/>
            <a:t> </a:t>
          </a:r>
          <a:r>
            <a:rPr lang="fr-CA" cap="none" dirty="0" err="1"/>
            <a:t>uma</a:t>
          </a:r>
          <a:r>
            <a:rPr lang="fr-CA" cap="none" dirty="0"/>
            <a:t> API </a:t>
          </a:r>
          <a:r>
            <a:rPr lang="fr-CA" cap="none" dirty="0" err="1"/>
            <a:t>acessível</a:t>
          </a:r>
          <a:r>
            <a:rPr lang="fr-CA" cap="none" dirty="0"/>
            <a:t> </a:t>
          </a:r>
          <a:r>
            <a:rPr lang="fr-CA" cap="none" dirty="0" err="1"/>
            <a:t>externamente</a:t>
          </a:r>
          <a:r>
            <a:rPr lang="fr-CA" cap="none" dirty="0"/>
            <a:t> na </a:t>
          </a:r>
          <a:r>
            <a:rPr lang="fr-CA" cap="none" dirty="0" err="1"/>
            <a:t>nuvem</a:t>
          </a:r>
          <a:r>
            <a:rPr lang="fr-CA" cap="none" dirty="0"/>
            <a:t>, </a:t>
          </a:r>
          <a:r>
            <a:rPr lang="fr-CA" cap="none" dirty="0" err="1"/>
            <a:t>demonstrando</a:t>
          </a:r>
          <a:r>
            <a:rPr lang="fr-CA" cap="none" dirty="0"/>
            <a:t> a </a:t>
          </a:r>
          <a:r>
            <a:rPr lang="fr-CA" cap="none" dirty="0" err="1"/>
            <a:t>integração</a:t>
          </a:r>
          <a:r>
            <a:rPr lang="fr-CA" cap="none" dirty="0"/>
            <a:t> entre </a:t>
          </a:r>
          <a:r>
            <a:rPr lang="fr-CA" cap="none" dirty="0" err="1"/>
            <a:t>sistemas</a:t>
          </a:r>
          <a:r>
            <a:rPr lang="fr-CA" cap="none" dirty="0"/>
            <a:t> e a </a:t>
          </a:r>
          <a:r>
            <a:rPr lang="fr-CA" cap="none" dirty="0" err="1"/>
            <a:t>camada</a:t>
          </a:r>
          <a:r>
            <a:rPr lang="fr-CA" cap="none" dirty="0"/>
            <a:t> de </a:t>
          </a:r>
          <a:r>
            <a:rPr lang="fr-CA" cap="none" dirty="0" err="1"/>
            <a:t>aplicação</a:t>
          </a:r>
          <a:r>
            <a:rPr lang="fr-CA" cap="none" dirty="0"/>
            <a:t> da </a:t>
          </a:r>
          <a:r>
            <a:rPr lang="fr-CA" cap="none" dirty="0" err="1"/>
            <a:t>infraestrutura</a:t>
          </a:r>
          <a:r>
            <a:rPr lang="fr-CA" cap="none" dirty="0"/>
            <a:t> da </a:t>
          </a:r>
          <a:r>
            <a:rPr lang="fr-CA" cap="none" dirty="0" err="1"/>
            <a:t>metaltech</a:t>
          </a:r>
          <a:r>
            <a:rPr lang="fr-CA" cap="none" dirty="0"/>
            <a:t>.</a:t>
          </a:r>
          <a:endParaRPr lang="en-US" dirty="0"/>
        </a:p>
      </dgm:t>
    </dgm:pt>
    <dgm:pt modelId="{AC8B225D-35A6-4EED-A6B9-4D940A86E3A9}" type="parTrans" cxnId="{99DBD242-3F9C-400D-A414-296B5028250E}">
      <dgm:prSet/>
      <dgm:spPr/>
      <dgm:t>
        <a:bodyPr/>
        <a:lstStyle/>
        <a:p>
          <a:endParaRPr lang="en-US"/>
        </a:p>
      </dgm:t>
    </dgm:pt>
    <dgm:pt modelId="{481055B0-BC75-47C0-93B0-11718581A63F}" type="sibTrans" cxnId="{99DBD242-3F9C-400D-A414-296B5028250E}">
      <dgm:prSet/>
      <dgm:spPr/>
      <dgm:t>
        <a:bodyPr/>
        <a:lstStyle/>
        <a:p>
          <a:endParaRPr lang="en-US"/>
        </a:p>
      </dgm:t>
    </dgm:pt>
    <dgm:pt modelId="{CB01EC24-528F-4746-920A-D1C848CE9840}" type="pres">
      <dgm:prSet presAssocID="{F1DF604C-F1C8-4BD9-AC71-50658E549BC1}" presName="root" presStyleCnt="0">
        <dgm:presLayoutVars>
          <dgm:dir/>
          <dgm:resizeHandles val="exact"/>
        </dgm:presLayoutVars>
      </dgm:prSet>
      <dgm:spPr/>
    </dgm:pt>
    <dgm:pt modelId="{7756CE9D-6473-4996-8C92-915A7E30852F}" type="pres">
      <dgm:prSet presAssocID="{C379ACF4-1A56-4E78-9FD9-ABF440083EEC}" presName="compNode" presStyleCnt="0"/>
      <dgm:spPr/>
    </dgm:pt>
    <dgm:pt modelId="{8BAAB513-D605-4E01-9F7A-28893ED62FFF}" type="pres">
      <dgm:prSet presAssocID="{C379ACF4-1A56-4E78-9FD9-ABF440083EEC}" presName="iconBgRect" presStyleLbl="bgShp" presStyleIdx="0" presStyleCnt="5"/>
      <dgm:spPr/>
    </dgm:pt>
    <dgm:pt modelId="{40408E53-6AAA-4155-983D-0F9856A84CA4}" type="pres">
      <dgm:prSet presAssocID="{C379ACF4-1A56-4E78-9FD9-ABF440083EE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4817C72-66BB-4A91-959B-82FB99804197}" type="pres">
      <dgm:prSet presAssocID="{C379ACF4-1A56-4E78-9FD9-ABF440083EEC}" presName="spaceRect" presStyleCnt="0"/>
      <dgm:spPr/>
    </dgm:pt>
    <dgm:pt modelId="{EC35DD7B-7CAF-419D-8143-33FF8247F3EF}" type="pres">
      <dgm:prSet presAssocID="{C379ACF4-1A56-4E78-9FD9-ABF440083EEC}" presName="textRect" presStyleLbl="revTx" presStyleIdx="0" presStyleCnt="5">
        <dgm:presLayoutVars>
          <dgm:chMax val="1"/>
          <dgm:chPref val="1"/>
        </dgm:presLayoutVars>
      </dgm:prSet>
      <dgm:spPr/>
    </dgm:pt>
    <dgm:pt modelId="{124B50CC-78F3-4422-B039-863D51A5346D}" type="pres">
      <dgm:prSet presAssocID="{4409A055-89B3-426D-ABD6-13090119C19A}" presName="sibTrans" presStyleCnt="0"/>
      <dgm:spPr/>
    </dgm:pt>
    <dgm:pt modelId="{11306E81-CE00-4CCB-A379-7937589BBC29}" type="pres">
      <dgm:prSet presAssocID="{DF104278-14FA-4BAF-AFF1-0141250E9BED}" presName="compNode" presStyleCnt="0"/>
      <dgm:spPr/>
    </dgm:pt>
    <dgm:pt modelId="{DD33C6BB-F38F-431F-8E9E-F50DAA1D34AD}" type="pres">
      <dgm:prSet presAssocID="{DF104278-14FA-4BAF-AFF1-0141250E9BED}" presName="iconBgRect" presStyleLbl="bgShp" presStyleIdx="1" presStyleCnt="5"/>
      <dgm:spPr/>
    </dgm:pt>
    <dgm:pt modelId="{D6903B0C-5EC4-4AD0-A2EE-87CEDA338AA0}" type="pres">
      <dgm:prSet presAssocID="{DF104278-14FA-4BAF-AFF1-0141250E9BE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uage"/>
        </a:ext>
      </dgm:extLst>
    </dgm:pt>
    <dgm:pt modelId="{D6DA31B2-7DC7-41BD-BAC2-AA14F19FC087}" type="pres">
      <dgm:prSet presAssocID="{DF104278-14FA-4BAF-AFF1-0141250E9BED}" presName="spaceRect" presStyleCnt="0"/>
      <dgm:spPr/>
    </dgm:pt>
    <dgm:pt modelId="{3252C0F1-D89C-4FA5-A0D2-C905A4A877F7}" type="pres">
      <dgm:prSet presAssocID="{DF104278-14FA-4BAF-AFF1-0141250E9BED}" presName="textRect" presStyleLbl="revTx" presStyleIdx="1" presStyleCnt="5">
        <dgm:presLayoutVars>
          <dgm:chMax val="1"/>
          <dgm:chPref val="1"/>
        </dgm:presLayoutVars>
      </dgm:prSet>
      <dgm:spPr/>
    </dgm:pt>
    <dgm:pt modelId="{0BD96ED8-44B3-40D7-B73D-D6608AA99B17}" type="pres">
      <dgm:prSet presAssocID="{7251C9B2-EC45-43AB-80E8-26295502296C}" presName="sibTrans" presStyleCnt="0"/>
      <dgm:spPr/>
    </dgm:pt>
    <dgm:pt modelId="{0F8676FA-B1DA-4454-8E8F-E17562FF5B11}" type="pres">
      <dgm:prSet presAssocID="{9A8FC534-A62C-4903-B111-84F2E155F976}" presName="compNode" presStyleCnt="0"/>
      <dgm:spPr/>
    </dgm:pt>
    <dgm:pt modelId="{71B528F4-CC04-475E-BDEB-C94EC76086C5}" type="pres">
      <dgm:prSet presAssocID="{9A8FC534-A62C-4903-B111-84F2E155F976}" presName="iconBgRect" presStyleLbl="bgShp" presStyleIdx="2" presStyleCnt="5"/>
      <dgm:spPr/>
    </dgm:pt>
    <dgm:pt modelId="{26849E0A-1BB0-4065-A15A-F806CF68E3C8}" type="pres">
      <dgm:prSet presAssocID="{9A8FC534-A62C-4903-B111-84F2E155F97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me de flux"/>
        </a:ext>
      </dgm:extLst>
    </dgm:pt>
    <dgm:pt modelId="{5D9A4459-8AEA-4B5D-90EF-11FA1E8BA055}" type="pres">
      <dgm:prSet presAssocID="{9A8FC534-A62C-4903-B111-84F2E155F976}" presName="spaceRect" presStyleCnt="0"/>
      <dgm:spPr/>
    </dgm:pt>
    <dgm:pt modelId="{96A46E96-1234-43A9-B294-7360A3BADBDE}" type="pres">
      <dgm:prSet presAssocID="{9A8FC534-A62C-4903-B111-84F2E155F976}" presName="textRect" presStyleLbl="revTx" presStyleIdx="2" presStyleCnt="5">
        <dgm:presLayoutVars>
          <dgm:chMax val="1"/>
          <dgm:chPref val="1"/>
        </dgm:presLayoutVars>
      </dgm:prSet>
      <dgm:spPr/>
    </dgm:pt>
    <dgm:pt modelId="{31C64E46-BB9F-4C91-A2B7-0CF2676126F5}" type="pres">
      <dgm:prSet presAssocID="{A802F6CC-E9EC-4358-B121-E3E99CCA5868}" presName="sibTrans" presStyleCnt="0"/>
      <dgm:spPr/>
    </dgm:pt>
    <dgm:pt modelId="{AB1A0AC1-8674-421D-8009-FE0EE99E4566}" type="pres">
      <dgm:prSet presAssocID="{CF0441EE-9ED2-4C33-9ABB-F47F0534B874}" presName="compNode" presStyleCnt="0"/>
      <dgm:spPr/>
    </dgm:pt>
    <dgm:pt modelId="{AF1121C2-1B81-4278-8BB5-7E89126DED91}" type="pres">
      <dgm:prSet presAssocID="{CF0441EE-9ED2-4C33-9ABB-F47F0534B874}" presName="iconBgRect" presStyleLbl="bgShp" presStyleIdx="3" presStyleCnt="5"/>
      <dgm:spPr/>
    </dgm:pt>
    <dgm:pt modelId="{86681572-70B0-409F-9275-A643F0944978}" type="pres">
      <dgm:prSet presAssocID="{CF0441EE-9ED2-4C33-9ABB-F47F0534B87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EFF6C6A8-CF56-491F-8C46-122E3EE4DA74}" type="pres">
      <dgm:prSet presAssocID="{CF0441EE-9ED2-4C33-9ABB-F47F0534B874}" presName="spaceRect" presStyleCnt="0"/>
      <dgm:spPr/>
    </dgm:pt>
    <dgm:pt modelId="{1E6FDB5B-A590-452A-A6A0-344C4B6E341F}" type="pres">
      <dgm:prSet presAssocID="{CF0441EE-9ED2-4C33-9ABB-F47F0534B874}" presName="textRect" presStyleLbl="revTx" presStyleIdx="3" presStyleCnt="5">
        <dgm:presLayoutVars>
          <dgm:chMax val="1"/>
          <dgm:chPref val="1"/>
        </dgm:presLayoutVars>
      </dgm:prSet>
      <dgm:spPr/>
    </dgm:pt>
    <dgm:pt modelId="{53984556-3005-4826-BD43-0562219FC1E5}" type="pres">
      <dgm:prSet presAssocID="{3E8CD0DA-A35F-4B37-BCE6-EBD66E2A486F}" presName="sibTrans" presStyleCnt="0"/>
      <dgm:spPr/>
    </dgm:pt>
    <dgm:pt modelId="{945245A5-AB4F-4E2D-884B-7D65A6DE1CDC}" type="pres">
      <dgm:prSet presAssocID="{C6B430AD-7A0B-4114-8333-7A97BD550241}" presName="compNode" presStyleCnt="0"/>
      <dgm:spPr/>
    </dgm:pt>
    <dgm:pt modelId="{E22DF073-4DF4-4340-AA6F-F82EC2B6A95B}" type="pres">
      <dgm:prSet presAssocID="{C6B430AD-7A0B-4114-8333-7A97BD550241}" presName="iconBgRect" presStyleLbl="bgShp" presStyleIdx="4" presStyleCnt="5"/>
      <dgm:spPr/>
    </dgm:pt>
    <dgm:pt modelId="{00E06070-99A0-44D3-A663-DF383D5FD4C4}" type="pres">
      <dgm:prSet presAssocID="{C6B430AD-7A0B-4114-8333-7A97BD55024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A098BEC1-A927-4BEF-980B-59092526C973}" type="pres">
      <dgm:prSet presAssocID="{C6B430AD-7A0B-4114-8333-7A97BD550241}" presName="spaceRect" presStyleCnt="0"/>
      <dgm:spPr/>
    </dgm:pt>
    <dgm:pt modelId="{742A3CC3-FCF6-4B22-AB68-2D75C5A9EFB8}" type="pres">
      <dgm:prSet presAssocID="{C6B430AD-7A0B-4114-8333-7A97BD55024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9BF070C-C564-4A63-AFA6-9DF9E3B2DDFB}" type="presOf" srcId="{C379ACF4-1A56-4E78-9FD9-ABF440083EEC}" destId="{EC35DD7B-7CAF-419D-8143-33FF8247F3EF}" srcOrd="0" destOrd="0" presId="urn:microsoft.com/office/officeart/2018/5/layout/IconCircleLabelList"/>
    <dgm:cxn modelId="{FC559512-F648-4087-ABC3-02538F23695D}" srcId="{F1DF604C-F1C8-4BD9-AC71-50658E549BC1}" destId="{C379ACF4-1A56-4E78-9FD9-ABF440083EEC}" srcOrd="0" destOrd="0" parTransId="{7EF5570B-BEFF-4548-8E5F-BC68F613BAA6}" sibTransId="{4409A055-89B3-426D-ABD6-13090119C19A}"/>
    <dgm:cxn modelId="{99DBD242-3F9C-400D-A414-296B5028250E}" srcId="{F1DF604C-F1C8-4BD9-AC71-50658E549BC1}" destId="{C6B430AD-7A0B-4114-8333-7A97BD550241}" srcOrd="4" destOrd="0" parTransId="{AC8B225D-35A6-4EED-A6B9-4D940A86E3A9}" sibTransId="{481055B0-BC75-47C0-93B0-11718581A63F}"/>
    <dgm:cxn modelId="{79C0FA43-A232-4DBE-B00F-3E0B7CF7801A}" srcId="{F1DF604C-F1C8-4BD9-AC71-50658E549BC1}" destId="{CF0441EE-9ED2-4C33-9ABB-F47F0534B874}" srcOrd="3" destOrd="0" parTransId="{F5AFCA14-2092-4C1F-B19E-D6B583854556}" sibTransId="{3E8CD0DA-A35F-4B37-BCE6-EBD66E2A486F}"/>
    <dgm:cxn modelId="{16D4A26D-63BF-41C3-B7EC-E50BD787B319}" type="presOf" srcId="{C6B430AD-7A0B-4114-8333-7A97BD550241}" destId="{742A3CC3-FCF6-4B22-AB68-2D75C5A9EFB8}" srcOrd="0" destOrd="0" presId="urn:microsoft.com/office/officeart/2018/5/layout/IconCircleLabelList"/>
    <dgm:cxn modelId="{91E63776-F739-4117-B226-DEE30C1496AA}" type="presOf" srcId="{9A8FC534-A62C-4903-B111-84F2E155F976}" destId="{96A46E96-1234-43A9-B294-7360A3BADBDE}" srcOrd="0" destOrd="0" presId="urn:microsoft.com/office/officeart/2018/5/layout/IconCircleLabelList"/>
    <dgm:cxn modelId="{9C203DB7-759A-49FD-AC47-86879E1BF066}" srcId="{F1DF604C-F1C8-4BD9-AC71-50658E549BC1}" destId="{9A8FC534-A62C-4903-B111-84F2E155F976}" srcOrd="2" destOrd="0" parTransId="{3FA56E18-B3F3-4C99-B5DC-DB16D314035A}" sibTransId="{A802F6CC-E9EC-4358-B121-E3E99CCA5868}"/>
    <dgm:cxn modelId="{A30C4BC0-3657-4BA7-B03A-CDCC2FFB8138}" type="presOf" srcId="{DF104278-14FA-4BAF-AFF1-0141250E9BED}" destId="{3252C0F1-D89C-4FA5-A0D2-C905A4A877F7}" srcOrd="0" destOrd="0" presId="urn:microsoft.com/office/officeart/2018/5/layout/IconCircleLabelList"/>
    <dgm:cxn modelId="{E6FE65C0-4698-48B4-9BFF-4A015B7EC37E}" type="presOf" srcId="{F1DF604C-F1C8-4BD9-AC71-50658E549BC1}" destId="{CB01EC24-528F-4746-920A-D1C848CE9840}" srcOrd="0" destOrd="0" presId="urn:microsoft.com/office/officeart/2018/5/layout/IconCircleLabelList"/>
    <dgm:cxn modelId="{749CFDC3-A37B-40FD-8DE7-F7C4E9EE75C4}" type="presOf" srcId="{CF0441EE-9ED2-4C33-9ABB-F47F0534B874}" destId="{1E6FDB5B-A590-452A-A6A0-344C4B6E341F}" srcOrd="0" destOrd="0" presId="urn:microsoft.com/office/officeart/2018/5/layout/IconCircleLabelList"/>
    <dgm:cxn modelId="{F7683EE9-E289-41E8-BF45-7731834A8B98}" srcId="{F1DF604C-F1C8-4BD9-AC71-50658E549BC1}" destId="{DF104278-14FA-4BAF-AFF1-0141250E9BED}" srcOrd="1" destOrd="0" parTransId="{91FC4EFF-4AD6-4649-A2EA-08E24001EE85}" sibTransId="{7251C9B2-EC45-43AB-80E8-26295502296C}"/>
    <dgm:cxn modelId="{CE91D2A2-0656-4904-BB78-837F3DA23909}" type="presParOf" srcId="{CB01EC24-528F-4746-920A-D1C848CE9840}" destId="{7756CE9D-6473-4996-8C92-915A7E30852F}" srcOrd="0" destOrd="0" presId="urn:microsoft.com/office/officeart/2018/5/layout/IconCircleLabelList"/>
    <dgm:cxn modelId="{AEF34260-8FB6-43F7-A370-C221E1E73D49}" type="presParOf" srcId="{7756CE9D-6473-4996-8C92-915A7E30852F}" destId="{8BAAB513-D605-4E01-9F7A-28893ED62FFF}" srcOrd="0" destOrd="0" presId="urn:microsoft.com/office/officeart/2018/5/layout/IconCircleLabelList"/>
    <dgm:cxn modelId="{4D126028-6345-426B-9395-8040173ADAD3}" type="presParOf" srcId="{7756CE9D-6473-4996-8C92-915A7E30852F}" destId="{40408E53-6AAA-4155-983D-0F9856A84CA4}" srcOrd="1" destOrd="0" presId="urn:microsoft.com/office/officeart/2018/5/layout/IconCircleLabelList"/>
    <dgm:cxn modelId="{DF7D5996-021A-47EE-A2A7-9D193B9B5593}" type="presParOf" srcId="{7756CE9D-6473-4996-8C92-915A7E30852F}" destId="{64817C72-66BB-4A91-959B-82FB99804197}" srcOrd="2" destOrd="0" presId="urn:microsoft.com/office/officeart/2018/5/layout/IconCircleLabelList"/>
    <dgm:cxn modelId="{948F2349-4BC7-4425-8FAC-F2D582D7E3DA}" type="presParOf" srcId="{7756CE9D-6473-4996-8C92-915A7E30852F}" destId="{EC35DD7B-7CAF-419D-8143-33FF8247F3EF}" srcOrd="3" destOrd="0" presId="urn:microsoft.com/office/officeart/2018/5/layout/IconCircleLabelList"/>
    <dgm:cxn modelId="{20ECA83F-B78C-43DA-944E-FB366739EF57}" type="presParOf" srcId="{CB01EC24-528F-4746-920A-D1C848CE9840}" destId="{124B50CC-78F3-4422-B039-863D51A5346D}" srcOrd="1" destOrd="0" presId="urn:microsoft.com/office/officeart/2018/5/layout/IconCircleLabelList"/>
    <dgm:cxn modelId="{D8D356B3-0C96-4B38-9D43-56A801473252}" type="presParOf" srcId="{CB01EC24-528F-4746-920A-D1C848CE9840}" destId="{11306E81-CE00-4CCB-A379-7937589BBC29}" srcOrd="2" destOrd="0" presId="urn:microsoft.com/office/officeart/2018/5/layout/IconCircleLabelList"/>
    <dgm:cxn modelId="{9126F941-C8EE-40C0-AE81-F9B7C3AD1214}" type="presParOf" srcId="{11306E81-CE00-4CCB-A379-7937589BBC29}" destId="{DD33C6BB-F38F-431F-8E9E-F50DAA1D34AD}" srcOrd="0" destOrd="0" presId="urn:microsoft.com/office/officeart/2018/5/layout/IconCircleLabelList"/>
    <dgm:cxn modelId="{D6605A69-121D-4D80-B9C0-1AA58930213C}" type="presParOf" srcId="{11306E81-CE00-4CCB-A379-7937589BBC29}" destId="{D6903B0C-5EC4-4AD0-A2EE-87CEDA338AA0}" srcOrd="1" destOrd="0" presId="urn:microsoft.com/office/officeart/2018/5/layout/IconCircleLabelList"/>
    <dgm:cxn modelId="{D2F072F7-6086-4870-9396-0D4C8592F376}" type="presParOf" srcId="{11306E81-CE00-4CCB-A379-7937589BBC29}" destId="{D6DA31B2-7DC7-41BD-BAC2-AA14F19FC087}" srcOrd="2" destOrd="0" presId="urn:microsoft.com/office/officeart/2018/5/layout/IconCircleLabelList"/>
    <dgm:cxn modelId="{FFD74D93-1068-4BA6-A06A-D46D6E086A05}" type="presParOf" srcId="{11306E81-CE00-4CCB-A379-7937589BBC29}" destId="{3252C0F1-D89C-4FA5-A0D2-C905A4A877F7}" srcOrd="3" destOrd="0" presId="urn:microsoft.com/office/officeart/2018/5/layout/IconCircleLabelList"/>
    <dgm:cxn modelId="{AC957867-4296-44F7-B9CC-05C876A17BF3}" type="presParOf" srcId="{CB01EC24-528F-4746-920A-D1C848CE9840}" destId="{0BD96ED8-44B3-40D7-B73D-D6608AA99B17}" srcOrd="3" destOrd="0" presId="urn:microsoft.com/office/officeart/2018/5/layout/IconCircleLabelList"/>
    <dgm:cxn modelId="{2E9CDC84-F09F-4F4A-920F-F86C4CF469DA}" type="presParOf" srcId="{CB01EC24-528F-4746-920A-D1C848CE9840}" destId="{0F8676FA-B1DA-4454-8E8F-E17562FF5B11}" srcOrd="4" destOrd="0" presId="urn:microsoft.com/office/officeart/2018/5/layout/IconCircleLabelList"/>
    <dgm:cxn modelId="{21CBD910-0AD4-4C9B-8FE3-BAAB0007197C}" type="presParOf" srcId="{0F8676FA-B1DA-4454-8E8F-E17562FF5B11}" destId="{71B528F4-CC04-475E-BDEB-C94EC76086C5}" srcOrd="0" destOrd="0" presId="urn:microsoft.com/office/officeart/2018/5/layout/IconCircleLabelList"/>
    <dgm:cxn modelId="{779331F1-D8BA-44F4-A391-5123D76C98DA}" type="presParOf" srcId="{0F8676FA-B1DA-4454-8E8F-E17562FF5B11}" destId="{26849E0A-1BB0-4065-A15A-F806CF68E3C8}" srcOrd="1" destOrd="0" presId="urn:microsoft.com/office/officeart/2018/5/layout/IconCircleLabelList"/>
    <dgm:cxn modelId="{9904CE75-B1BC-468B-B3BC-D351EC3A1CE9}" type="presParOf" srcId="{0F8676FA-B1DA-4454-8E8F-E17562FF5B11}" destId="{5D9A4459-8AEA-4B5D-90EF-11FA1E8BA055}" srcOrd="2" destOrd="0" presId="urn:microsoft.com/office/officeart/2018/5/layout/IconCircleLabelList"/>
    <dgm:cxn modelId="{717A9A42-C521-4279-94E5-83EDC03BA50B}" type="presParOf" srcId="{0F8676FA-B1DA-4454-8E8F-E17562FF5B11}" destId="{96A46E96-1234-43A9-B294-7360A3BADBDE}" srcOrd="3" destOrd="0" presId="urn:microsoft.com/office/officeart/2018/5/layout/IconCircleLabelList"/>
    <dgm:cxn modelId="{98A0EC0F-AE3F-4377-A2FF-03307718E975}" type="presParOf" srcId="{CB01EC24-528F-4746-920A-D1C848CE9840}" destId="{31C64E46-BB9F-4C91-A2B7-0CF2676126F5}" srcOrd="5" destOrd="0" presId="urn:microsoft.com/office/officeart/2018/5/layout/IconCircleLabelList"/>
    <dgm:cxn modelId="{9C36FC74-032B-4483-B5F8-1AF2832F6BAD}" type="presParOf" srcId="{CB01EC24-528F-4746-920A-D1C848CE9840}" destId="{AB1A0AC1-8674-421D-8009-FE0EE99E4566}" srcOrd="6" destOrd="0" presId="urn:microsoft.com/office/officeart/2018/5/layout/IconCircleLabelList"/>
    <dgm:cxn modelId="{B9FEBA73-915C-4975-A2A9-1EFE90BDA4CE}" type="presParOf" srcId="{AB1A0AC1-8674-421D-8009-FE0EE99E4566}" destId="{AF1121C2-1B81-4278-8BB5-7E89126DED91}" srcOrd="0" destOrd="0" presId="urn:microsoft.com/office/officeart/2018/5/layout/IconCircleLabelList"/>
    <dgm:cxn modelId="{E7948675-51CE-4DF1-9791-958260E0AF9A}" type="presParOf" srcId="{AB1A0AC1-8674-421D-8009-FE0EE99E4566}" destId="{86681572-70B0-409F-9275-A643F0944978}" srcOrd="1" destOrd="0" presId="urn:microsoft.com/office/officeart/2018/5/layout/IconCircleLabelList"/>
    <dgm:cxn modelId="{2E19BD6E-31AE-401D-8FB0-5DD3933CE27E}" type="presParOf" srcId="{AB1A0AC1-8674-421D-8009-FE0EE99E4566}" destId="{EFF6C6A8-CF56-491F-8C46-122E3EE4DA74}" srcOrd="2" destOrd="0" presId="urn:microsoft.com/office/officeart/2018/5/layout/IconCircleLabelList"/>
    <dgm:cxn modelId="{A52D919A-2F60-40D8-8159-7D7C6EFCCF56}" type="presParOf" srcId="{AB1A0AC1-8674-421D-8009-FE0EE99E4566}" destId="{1E6FDB5B-A590-452A-A6A0-344C4B6E341F}" srcOrd="3" destOrd="0" presId="urn:microsoft.com/office/officeart/2018/5/layout/IconCircleLabelList"/>
    <dgm:cxn modelId="{3D88069B-51F2-4EB0-AD26-284489662434}" type="presParOf" srcId="{CB01EC24-528F-4746-920A-D1C848CE9840}" destId="{53984556-3005-4826-BD43-0562219FC1E5}" srcOrd="7" destOrd="0" presId="urn:microsoft.com/office/officeart/2018/5/layout/IconCircleLabelList"/>
    <dgm:cxn modelId="{F00B7D04-D9EE-4C84-9535-F3F4B4C364B8}" type="presParOf" srcId="{CB01EC24-528F-4746-920A-D1C848CE9840}" destId="{945245A5-AB4F-4E2D-884B-7D65A6DE1CDC}" srcOrd="8" destOrd="0" presId="urn:microsoft.com/office/officeart/2018/5/layout/IconCircleLabelList"/>
    <dgm:cxn modelId="{60F5042B-E7BA-4F19-83E7-454125C1EB11}" type="presParOf" srcId="{945245A5-AB4F-4E2D-884B-7D65A6DE1CDC}" destId="{E22DF073-4DF4-4340-AA6F-F82EC2B6A95B}" srcOrd="0" destOrd="0" presId="urn:microsoft.com/office/officeart/2018/5/layout/IconCircleLabelList"/>
    <dgm:cxn modelId="{312BC441-2452-47BC-8FA1-3EC01D194561}" type="presParOf" srcId="{945245A5-AB4F-4E2D-884B-7D65A6DE1CDC}" destId="{00E06070-99A0-44D3-A663-DF383D5FD4C4}" srcOrd="1" destOrd="0" presId="urn:microsoft.com/office/officeart/2018/5/layout/IconCircleLabelList"/>
    <dgm:cxn modelId="{5C695BC7-77AA-4151-849C-7FE6434B3381}" type="presParOf" srcId="{945245A5-AB4F-4E2D-884B-7D65A6DE1CDC}" destId="{A098BEC1-A927-4BEF-980B-59092526C973}" srcOrd="2" destOrd="0" presId="urn:microsoft.com/office/officeart/2018/5/layout/IconCircleLabelList"/>
    <dgm:cxn modelId="{04FF16E1-531C-4F40-AFB7-FF9540D501FE}" type="presParOf" srcId="{945245A5-AB4F-4E2D-884B-7D65A6DE1CDC}" destId="{742A3CC3-FCF6-4B22-AB68-2D75C5A9EFB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2DEB31-56FA-4471-8370-075267F5969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F604C2-9F4D-4160-BB7D-73C78C38D3F8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b="1" dirty="0"/>
            <a:t>INFRAESTRUTURA HÍBRIDA IMPLEMENTADA COM SUCESSO</a:t>
          </a:r>
          <a:br>
            <a:rPr lang="fr-CA" dirty="0"/>
          </a:br>
          <a:r>
            <a:rPr lang="fr-CA" dirty="0"/>
            <a:t>O </a:t>
          </a:r>
          <a:r>
            <a:rPr lang="fr-CA" dirty="0" err="1"/>
            <a:t>projeto</a:t>
          </a:r>
          <a:r>
            <a:rPr lang="fr-CA" dirty="0"/>
            <a:t> </a:t>
          </a:r>
          <a:r>
            <a:rPr lang="fr-CA" dirty="0" err="1"/>
            <a:t>atingiu</a:t>
          </a:r>
          <a:r>
            <a:rPr lang="fr-CA" dirty="0"/>
            <a:t> o </a:t>
          </a:r>
          <a:r>
            <a:rPr lang="fr-CA" dirty="0" err="1"/>
            <a:t>objetivo</a:t>
          </a:r>
          <a:r>
            <a:rPr lang="fr-CA" dirty="0"/>
            <a:t> de </a:t>
          </a:r>
          <a:r>
            <a:rPr lang="fr-CA" dirty="0" err="1"/>
            <a:t>integrar</a:t>
          </a:r>
          <a:r>
            <a:rPr lang="fr-CA" dirty="0"/>
            <a:t> </a:t>
          </a:r>
          <a:r>
            <a:rPr lang="fr-CA" dirty="0" err="1"/>
            <a:t>ambiente</a:t>
          </a:r>
          <a:r>
            <a:rPr lang="fr-CA" dirty="0"/>
            <a:t> local e </a:t>
          </a:r>
          <a:r>
            <a:rPr lang="fr-CA" dirty="0" err="1"/>
            <a:t>nuvem</a:t>
          </a:r>
          <a:r>
            <a:rPr lang="fr-CA" dirty="0"/>
            <a:t> de forma </a:t>
          </a:r>
          <a:r>
            <a:rPr lang="fr-CA" dirty="0" err="1"/>
            <a:t>funcional</a:t>
          </a:r>
          <a:r>
            <a:rPr lang="fr-CA" dirty="0"/>
            <a:t>. </a:t>
          </a:r>
          <a:endParaRPr lang="en-US" dirty="0"/>
        </a:p>
      </dgm:t>
    </dgm:pt>
    <dgm:pt modelId="{4B3DC1B2-B9CE-49D3-B0CD-0A978E2E1509}" type="parTrans" cxnId="{F3034638-0631-4010-A056-9485BBA77C49}">
      <dgm:prSet/>
      <dgm:spPr/>
      <dgm:t>
        <a:bodyPr/>
        <a:lstStyle/>
        <a:p>
          <a:endParaRPr lang="en-US"/>
        </a:p>
      </dgm:t>
    </dgm:pt>
    <dgm:pt modelId="{0DF8D6FE-04C0-4D63-B1AC-4CEF21F53494}" type="sibTrans" cxnId="{F3034638-0631-4010-A056-9485BBA77C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9989E7E-1896-41E5-95B3-F27B9DADD8F4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b="1" dirty="0"/>
            <a:t>APLICAÇÃO PRÁTICA DE REDES, CLOUD E SEGURANÇA</a:t>
          </a:r>
          <a:br>
            <a:rPr lang="fr-CA" dirty="0"/>
          </a:br>
          <a:r>
            <a:rPr lang="fr-CA" dirty="0"/>
            <a:t>Foram </a:t>
          </a:r>
          <a:r>
            <a:rPr lang="fr-CA" dirty="0" err="1"/>
            <a:t>aplicados</a:t>
          </a:r>
          <a:r>
            <a:rPr lang="fr-CA" dirty="0"/>
            <a:t> </a:t>
          </a:r>
          <a:r>
            <a:rPr lang="fr-CA" dirty="0" err="1"/>
            <a:t>conhecimentos</a:t>
          </a:r>
          <a:r>
            <a:rPr lang="fr-CA" dirty="0"/>
            <a:t> de </a:t>
          </a:r>
          <a:r>
            <a:rPr lang="fr-CA" dirty="0" err="1"/>
            <a:t>administração</a:t>
          </a:r>
          <a:r>
            <a:rPr lang="fr-CA" dirty="0"/>
            <a:t> de </a:t>
          </a:r>
          <a:r>
            <a:rPr lang="fr-CA" dirty="0" err="1"/>
            <a:t>redes</a:t>
          </a:r>
          <a:r>
            <a:rPr lang="fr-CA" dirty="0"/>
            <a:t>, </a:t>
          </a:r>
          <a:r>
            <a:rPr lang="fr-CA" dirty="0" err="1"/>
            <a:t>computação</a:t>
          </a:r>
          <a:r>
            <a:rPr lang="fr-CA" dirty="0"/>
            <a:t> </a:t>
          </a:r>
          <a:r>
            <a:rPr lang="fr-CA" dirty="0" err="1"/>
            <a:t>em</a:t>
          </a:r>
          <a:r>
            <a:rPr lang="fr-CA" dirty="0"/>
            <a:t> </a:t>
          </a:r>
          <a:r>
            <a:rPr lang="fr-CA" dirty="0" err="1"/>
            <a:t>nuvem</a:t>
          </a:r>
          <a:r>
            <a:rPr lang="fr-CA" dirty="0"/>
            <a:t>, </a:t>
          </a:r>
          <a:r>
            <a:rPr lang="fr-CA" dirty="0" err="1"/>
            <a:t>monitoramento</a:t>
          </a:r>
          <a:r>
            <a:rPr lang="fr-CA" dirty="0"/>
            <a:t> e </a:t>
          </a:r>
          <a:r>
            <a:rPr lang="fr-CA" dirty="0" err="1"/>
            <a:t>segurança</a:t>
          </a:r>
          <a:r>
            <a:rPr lang="fr-CA" dirty="0"/>
            <a:t> da </a:t>
          </a:r>
          <a:r>
            <a:rPr lang="fr-CA" dirty="0" err="1"/>
            <a:t>informação</a:t>
          </a:r>
          <a:r>
            <a:rPr lang="fr-CA" dirty="0"/>
            <a:t>. </a:t>
          </a:r>
          <a:endParaRPr lang="en-US" dirty="0"/>
        </a:p>
      </dgm:t>
    </dgm:pt>
    <dgm:pt modelId="{3C2CA93E-1679-403B-AC54-7637C894D6BD}" type="parTrans" cxnId="{73D8A881-E9F4-4E4A-B61E-8F32CC3F4E60}">
      <dgm:prSet/>
      <dgm:spPr/>
      <dgm:t>
        <a:bodyPr/>
        <a:lstStyle/>
        <a:p>
          <a:endParaRPr lang="en-US"/>
        </a:p>
      </dgm:t>
    </dgm:pt>
    <dgm:pt modelId="{0D41B94A-F722-426B-90D9-6E837593069E}" type="sibTrans" cxnId="{73D8A881-E9F4-4E4A-B61E-8F32CC3F4E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77E546-1500-48BD-9D98-B9B314F44B25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b="1" dirty="0"/>
            <a:t>SOLUÇÃO ESCALÁVEL E MODERNA</a:t>
          </a:r>
          <a:br>
            <a:rPr lang="fr-CA" dirty="0"/>
          </a:br>
          <a:r>
            <a:rPr lang="fr-CA" dirty="0"/>
            <a:t>A </a:t>
          </a:r>
          <a:r>
            <a:rPr lang="fr-CA" dirty="0" err="1"/>
            <a:t>arquitetura</a:t>
          </a:r>
          <a:r>
            <a:rPr lang="fr-CA" dirty="0"/>
            <a:t> </a:t>
          </a:r>
          <a:r>
            <a:rPr lang="fr-CA" dirty="0" err="1"/>
            <a:t>desenvolvida</a:t>
          </a:r>
          <a:r>
            <a:rPr lang="fr-CA" dirty="0"/>
            <a:t> </a:t>
          </a:r>
          <a:r>
            <a:rPr lang="fr-CA" dirty="0" err="1"/>
            <a:t>permite</a:t>
          </a:r>
          <a:r>
            <a:rPr lang="fr-CA" dirty="0"/>
            <a:t> </a:t>
          </a:r>
          <a:r>
            <a:rPr lang="fr-CA" dirty="0" err="1"/>
            <a:t>expansão</a:t>
          </a:r>
          <a:r>
            <a:rPr lang="fr-CA" dirty="0"/>
            <a:t> e </a:t>
          </a:r>
          <a:r>
            <a:rPr lang="fr-CA" dirty="0" err="1"/>
            <a:t>adaptação</a:t>
          </a:r>
          <a:r>
            <a:rPr lang="fr-CA" dirty="0"/>
            <a:t> a </a:t>
          </a:r>
          <a:r>
            <a:rPr lang="fr-CA" dirty="0" err="1"/>
            <a:t>diferentes</a:t>
          </a:r>
          <a:r>
            <a:rPr lang="fr-CA" dirty="0"/>
            <a:t> </a:t>
          </a:r>
          <a:r>
            <a:rPr lang="fr-CA" dirty="0" err="1"/>
            <a:t>cenários</a:t>
          </a:r>
          <a:r>
            <a:rPr lang="fr-CA" dirty="0"/>
            <a:t> </a:t>
          </a:r>
          <a:r>
            <a:rPr lang="fr-CA" dirty="0" err="1"/>
            <a:t>corporativos</a:t>
          </a:r>
          <a:r>
            <a:rPr lang="fr-CA" dirty="0"/>
            <a:t>. </a:t>
          </a:r>
          <a:endParaRPr lang="en-US" dirty="0"/>
        </a:p>
      </dgm:t>
    </dgm:pt>
    <dgm:pt modelId="{32E70E1E-7F92-4C9F-B06B-3F1506D834F1}" type="parTrans" cxnId="{8F2CD91E-754A-4592-B4FC-A83390D6D26F}">
      <dgm:prSet/>
      <dgm:spPr/>
      <dgm:t>
        <a:bodyPr/>
        <a:lstStyle/>
        <a:p>
          <a:endParaRPr lang="en-US"/>
        </a:p>
      </dgm:t>
    </dgm:pt>
    <dgm:pt modelId="{02B283AC-758B-4F54-B0F4-E5EF9AD061BD}" type="sibTrans" cxnId="{8F2CD91E-754A-4592-B4FC-A83390D6D26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840ADDF-D709-44F0-BD9E-9BB5F545F1EF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b="1" dirty="0"/>
            <a:t>ALINHADA AO MERCADO DE TI</a:t>
          </a:r>
          <a:br>
            <a:rPr lang="fr-CA" dirty="0"/>
          </a:br>
          <a:r>
            <a:rPr lang="fr-CA" dirty="0"/>
            <a:t>A </a:t>
          </a:r>
          <a:r>
            <a:rPr lang="fr-CA" dirty="0" err="1"/>
            <a:t>solução</a:t>
          </a:r>
          <a:r>
            <a:rPr lang="fr-CA" dirty="0"/>
            <a:t> </a:t>
          </a:r>
          <a:r>
            <a:rPr lang="fr-CA" dirty="0" err="1"/>
            <a:t>segue</a:t>
          </a:r>
          <a:r>
            <a:rPr lang="fr-CA" dirty="0"/>
            <a:t> </a:t>
          </a:r>
          <a:r>
            <a:rPr lang="fr-CA" dirty="0" err="1"/>
            <a:t>práticas</a:t>
          </a:r>
          <a:r>
            <a:rPr lang="fr-CA" dirty="0"/>
            <a:t> </a:t>
          </a:r>
          <a:r>
            <a:rPr lang="fr-CA" dirty="0" err="1"/>
            <a:t>atuais</a:t>
          </a:r>
          <a:r>
            <a:rPr lang="fr-CA" dirty="0"/>
            <a:t> </a:t>
          </a:r>
          <a:r>
            <a:rPr lang="fr-CA" dirty="0" err="1"/>
            <a:t>utilizadas</a:t>
          </a:r>
          <a:r>
            <a:rPr lang="fr-CA" dirty="0"/>
            <a:t> </a:t>
          </a:r>
          <a:r>
            <a:rPr lang="fr-CA" dirty="0" err="1"/>
            <a:t>em</a:t>
          </a:r>
          <a:r>
            <a:rPr lang="fr-CA" dirty="0"/>
            <a:t> </a:t>
          </a:r>
          <a:r>
            <a:rPr lang="fr-CA" dirty="0" err="1"/>
            <a:t>ambientes</a:t>
          </a:r>
          <a:r>
            <a:rPr lang="fr-CA" dirty="0"/>
            <a:t> </a:t>
          </a:r>
          <a:r>
            <a:rPr lang="fr-CA" dirty="0" err="1"/>
            <a:t>corporativos</a:t>
          </a:r>
          <a:r>
            <a:rPr lang="fr-CA" dirty="0"/>
            <a:t> </a:t>
          </a:r>
          <a:r>
            <a:rPr lang="fr-CA" dirty="0" err="1"/>
            <a:t>reais</a:t>
          </a:r>
          <a:r>
            <a:rPr lang="fr-CA" dirty="0"/>
            <a:t>, </a:t>
          </a:r>
          <a:r>
            <a:rPr lang="fr-CA" dirty="0" err="1"/>
            <a:t>como</a:t>
          </a:r>
          <a:r>
            <a:rPr lang="fr-CA" dirty="0"/>
            <a:t> cloud </a:t>
          </a:r>
          <a:r>
            <a:rPr lang="fr-CA" dirty="0" err="1"/>
            <a:t>computing</a:t>
          </a:r>
          <a:r>
            <a:rPr lang="fr-CA" dirty="0"/>
            <a:t> e </a:t>
          </a:r>
          <a:r>
            <a:rPr lang="fr-CA" dirty="0" err="1"/>
            <a:t>infraestrutura</a:t>
          </a:r>
          <a:r>
            <a:rPr lang="fr-CA" dirty="0"/>
            <a:t> </a:t>
          </a:r>
          <a:r>
            <a:rPr lang="fr-CA" dirty="0" err="1"/>
            <a:t>híbrida</a:t>
          </a:r>
          <a:r>
            <a:rPr lang="fr-CA" dirty="0"/>
            <a:t>.</a:t>
          </a:r>
          <a:endParaRPr lang="en-US" dirty="0"/>
        </a:p>
      </dgm:t>
    </dgm:pt>
    <dgm:pt modelId="{A433AE81-3BAA-4B0E-B3B3-80E0526A0BE6}" type="parTrans" cxnId="{E5FE0D77-62BC-49A3-B0DB-389709C64550}">
      <dgm:prSet/>
      <dgm:spPr/>
      <dgm:t>
        <a:bodyPr/>
        <a:lstStyle/>
        <a:p>
          <a:endParaRPr lang="en-US"/>
        </a:p>
      </dgm:t>
    </dgm:pt>
    <dgm:pt modelId="{E77096B6-BA65-4826-8065-0B560CB20C9C}" type="sibTrans" cxnId="{E5FE0D77-62BC-49A3-B0DB-389709C64550}">
      <dgm:prSet/>
      <dgm:spPr/>
      <dgm:t>
        <a:bodyPr/>
        <a:lstStyle/>
        <a:p>
          <a:endParaRPr lang="en-US"/>
        </a:p>
      </dgm:t>
    </dgm:pt>
    <dgm:pt modelId="{D2917993-825B-4C2D-BC94-0BCBA7FD3B14}" type="pres">
      <dgm:prSet presAssocID="{B82DEB31-56FA-4471-8370-075267F5969F}" presName="root" presStyleCnt="0">
        <dgm:presLayoutVars>
          <dgm:dir/>
          <dgm:resizeHandles val="exact"/>
        </dgm:presLayoutVars>
      </dgm:prSet>
      <dgm:spPr/>
    </dgm:pt>
    <dgm:pt modelId="{4E514A7C-92D4-484A-A068-46CD2F23B3A0}" type="pres">
      <dgm:prSet presAssocID="{B82DEB31-56FA-4471-8370-075267F5969F}" presName="container" presStyleCnt="0">
        <dgm:presLayoutVars>
          <dgm:dir/>
          <dgm:resizeHandles val="exact"/>
        </dgm:presLayoutVars>
      </dgm:prSet>
      <dgm:spPr/>
    </dgm:pt>
    <dgm:pt modelId="{6C251104-A4CB-40B5-9802-DF9F2FE0BC75}" type="pres">
      <dgm:prSet presAssocID="{FBF604C2-9F4D-4160-BB7D-73C78C38D3F8}" presName="compNode" presStyleCnt="0"/>
      <dgm:spPr/>
    </dgm:pt>
    <dgm:pt modelId="{90A57BBA-9882-49F5-9057-06B97CE14F89}" type="pres">
      <dgm:prSet presAssocID="{FBF604C2-9F4D-4160-BB7D-73C78C38D3F8}" presName="iconBgRect" presStyleLbl="bgShp" presStyleIdx="0" presStyleCnt="4"/>
      <dgm:spPr/>
    </dgm:pt>
    <dgm:pt modelId="{AEEB78E1-E426-4518-9D79-801E968BDD89}" type="pres">
      <dgm:prSet presAssocID="{FBF604C2-9F4D-4160-BB7D-73C78C38D3F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8A685EDE-0CA8-45D7-BD80-7625F8EFB221}" type="pres">
      <dgm:prSet presAssocID="{FBF604C2-9F4D-4160-BB7D-73C78C38D3F8}" presName="spaceRect" presStyleCnt="0"/>
      <dgm:spPr/>
    </dgm:pt>
    <dgm:pt modelId="{61995350-5834-45BD-809A-55D30F037E04}" type="pres">
      <dgm:prSet presAssocID="{FBF604C2-9F4D-4160-BB7D-73C78C38D3F8}" presName="textRect" presStyleLbl="revTx" presStyleIdx="0" presStyleCnt="4">
        <dgm:presLayoutVars>
          <dgm:chMax val="1"/>
          <dgm:chPref val="1"/>
        </dgm:presLayoutVars>
      </dgm:prSet>
      <dgm:spPr/>
    </dgm:pt>
    <dgm:pt modelId="{DE593D20-D13D-4E0E-A395-28BC6B994EEE}" type="pres">
      <dgm:prSet presAssocID="{0DF8D6FE-04C0-4D63-B1AC-4CEF21F53494}" presName="sibTrans" presStyleLbl="sibTrans2D1" presStyleIdx="0" presStyleCnt="0"/>
      <dgm:spPr/>
    </dgm:pt>
    <dgm:pt modelId="{C92F6039-06A0-4EFB-B770-716CE7C5E555}" type="pres">
      <dgm:prSet presAssocID="{D9989E7E-1896-41E5-95B3-F27B9DADD8F4}" presName="compNode" presStyleCnt="0"/>
      <dgm:spPr/>
    </dgm:pt>
    <dgm:pt modelId="{68AE5B94-F320-4780-970C-5DD6934ED5E0}" type="pres">
      <dgm:prSet presAssocID="{D9989E7E-1896-41E5-95B3-F27B9DADD8F4}" presName="iconBgRect" presStyleLbl="bgShp" presStyleIdx="1" presStyleCnt="4"/>
      <dgm:spPr/>
    </dgm:pt>
    <dgm:pt modelId="{56D76299-7594-4AA1-9C46-654EBB615040}" type="pres">
      <dgm:prSet presAssocID="{D9989E7E-1896-41E5-95B3-F27B9DADD8F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c-en-ciel"/>
        </a:ext>
      </dgm:extLst>
    </dgm:pt>
    <dgm:pt modelId="{D4F29D30-897A-49A0-8DC2-BEE491F39166}" type="pres">
      <dgm:prSet presAssocID="{D9989E7E-1896-41E5-95B3-F27B9DADD8F4}" presName="spaceRect" presStyleCnt="0"/>
      <dgm:spPr/>
    </dgm:pt>
    <dgm:pt modelId="{BB9D5DFE-A03F-4DB4-ADD6-1C035ADC6514}" type="pres">
      <dgm:prSet presAssocID="{D9989E7E-1896-41E5-95B3-F27B9DADD8F4}" presName="textRect" presStyleLbl="revTx" presStyleIdx="1" presStyleCnt="4">
        <dgm:presLayoutVars>
          <dgm:chMax val="1"/>
          <dgm:chPref val="1"/>
        </dgm:presLayoutVars>
      </dgm:prSet>
      <dgm:spPr/>
    </dgm:pt>
    <dgm:pt modelId="{DD1BAC94-72CD-432C-833C-F2AFCA3E4820}" type="pres">
      <dgm:prSet presAssocID="{0D41B94A-F722-426B-90D9-6E837593069E}" presName="sibTrans" presStyleLbl="sibTrans2D1" presStyleIdx="0" presStyleCnt="0"/>
      <dgm:spPr/>
    </dgm:pt>
    <dgm:pt modelId="{F6E973C8-4871-4F58-B21F-86BFB4F4126F}" type="pres">
      <dgm:prSet presAssocID="{E077E546-1500-48BD-9D98-B9B314F44B25}" presName="compNode" presStyleCnt="0"/>
      <dgm:spPr/>
    </dgm:pt>
    <dgm:pt modelId="{3F578246-87C3-492F-ABDA-B1E63DAC2C8D}" type="pres">
      <dgm:prSet presAssocID="{E077E546-1500-48BD-9D98-B9B314F44B25}" presName="iconBgRect" presStyleLbl="bgShp" presStyleIdx="2" presStyleCnt="4"/>
      <dgm:spPr/>
    </dgm:pt>
    <dgm:pt modelId="{54ACB62F-B959-4BCE-9B97-7898AF6329DE}" type="pres">
      <dgm:prSet presAssocID="{E077E546-1500-48BD-9D98-B9B314F44B2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E5229CBA-E86E-4965-AF16-42C1524591FE}" type="pres">
      <dgm:prSet presAssocID="{E077E546-1500-48BD-9D98-B9B314F44B25}" presName="spaceRect" presStyleCnt="0"/>
      <dgm:spPr/>
    </dgm:pt>
    <dgm:pt modelId="{46233D7B-CBF1-4C3D-B5A5-E145A04026C4}" type="pres">
      <dgm:prSet presAssocID="{E077E546-1500-48BD-9D98-B9B314F44B25}" presName="textRect" presStyleLbl="revTx" presStyleIdx="2" presStyleCnt="4">
        <dgm:presLayoutVars>
          <dgm:chMax val="1"/>
          <dgm:chPref val="1"/>
        </dgm:presLayoutVars>
      </dgm:prSet>
      <dgm:spPr/>
    </dgm:pt>
    <dgm:pt modelId="{3994D79D-8121-4686-8C5B-6E4C09F129CE}" type="pres">
      <dgm:prSet presAssocID="{02B283AC-758B-4F54-B0F4-E5EF9AD061BD}" presName="sibTrans" presStyleLbl="sibTrans2D1" presStyleIdx="0" presStyleCnt="0"/>
      <dgm:spPr/>
    </dgm:pt>
    <dgm:pt modelId="{4D0A3BC2-EB13-431E-812B-7AC301D573BA}" type="pres">
      <dgm:prSet presAssocID="{4840ADDF-D709-44F0-BD9E-9BB5F545F1EF}" presName="compNode" presStyleCnt="0"/>
      <dgm:spPr/>
    </dgm:pt>
    <dgm:pt modelId="{E03CE39C-0217-442A-8E4A-0D7338C9A24B}" type="pres">
      <dgm:prSet presAssocID="{4840ADDF-D709-44F0-BD9E-9BB5F545F1EF}" presName="iconBgRect" presStyleLbl="bgShp" presStyleIdx="3" presStyleCnt="4"/>
      <dgm:spPr/>
    </dgm:pt>
    <dgm:pt modelId="{055A862B-46A3-41EA-9511-7D50E72F3517}" type="pres">
      <dgm:prSet presAssocID="{4840ADDF-D709-44F0-BD9E-9BB5F545F1E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uage"/>
        </a:ext>
      </dgm:extLst>
    </dgm:pt>
    <dgm:pt modelId="{71A1F36B-379C-49AF-951D-27516ACC3CB8}" type="pres">
      <dgm:prSet presAssocID="{4840ADDF-D709-44F0-BD9E-9BB5F545F1EF}" presName="spaceRect" presStyleCnt="0"/>
      <dgm:spPr/>
    </dgm:pt>
    <dgm:pt modelId="{DAA385E4-BCDD-46C1-BA69-2A0DDDA75746}" type="pres">
      <dgm:prSet presAssocID="{4840ADDF-D709-44F0-BD9E-9BB5F545F1E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47DBA1A-6E30-43F4-BBB1-6B6354DEDE2F}" type="presOf" srcId="{0D41B94A-F722-426B-90D9-6E837593069E}" destId="{DD1BAC94-72CD-432C-833C-F2AFCA3E4820}" srcOrd="0" destOrd="0" presId="urn:microsoft.com/office/officeart/2018/2/layout/IconCircleList"/>
    <dgm:cxn modelId="{A928CF1D-A38B-47BA-A795-707320FFC557}" type="presOf" srcId="{4840ADDF-D709-44F0-BD9E-9BB5F545F1EF}" destId="{DAA385E4-BCDD-46C1-BA69-2A0DDDA75746}" srcOrd="0" destOrd="0" presId="urn:microsoft.com/office/officeart/2018/2/layout/IconCircleList"/>
    <dgm:cxn modelId="{8F2CD91E-754A-4592-B4FC-A83390D6D26F}" srcId="{B82DEB31-56FA-4471-8370-075267F5969F}" destId="{E077E546-1500-48BD-9D98-B9B314F44B25}" srcOrd="2" destOrd="0" parTransId="{32E70E1E-7F92-4C9F-B06B-3F1506D834F1}" sibTransId="{02B283AC-758B-4F54-B0F4-E5EF9AD061BD}"/>
    <dgm:cxn modelId="{F3034638-0631-4010-A056-9485BBA77C49}" srcId="{B82DEB31-56FA-4471-8370-075267F5969F}" destId="{FBF604C2-9F4D-4160-BB7D-73C78C38D3F8}" srcOrd="0" destOrd="0" parTransId="{4B3DC1B2-B9CE-49D3-B0CD-0A978E2E1509}" sibTransId="{0DF8D6FE-04C0-4D63-B1AC-4CEF21F53494}"/>
    <dgm:cxn modelId="{D2269148-9EFC-4AEC-B7A6-200698462056}" type="presOf" srcId="{B82DEB31-56FA-4471-8370-075267F5969F}" destId="{D2917993-825B-4C2D-BC94-0BCBA7FD3B14}" srcOrd="0" destOrd="0" presId="urn:microsoft.com/office/officeart/2018/2/layout/IconCircleList"/>
    <dgm:cxn modelId="{E5FE0D77-62BC-49A3-B0DB-389709C64550}" srcId="{B82DEB31-56FA-4471-8370-075267F5969F}" destId="{4840ADDF-D709-44F0-BD9E-9BB5F545F1EF}" srcOrd="3" destOrd="0" parTransId="{A433AE81-3BAA-4B0E-B3B3-80E0526A0BE6}" sibTransId="{E77096B6-BA65-4826-8065-0B560CB20C9C}"/>
    <dgm:cxn modelId="{2E983A7B-0353-459B-9F05-12198F231ADE}" type="presOf" srcId="{0DF8D6FE-04C0-4D63-B1AC-4CEF21F53494}" destId="{DE593D20-D13D-4E0E-A395-28BC6B994EEE}" srcOrd="0" destOrd="0" presId="urn:microsoft.com/office/officeart/2018/2/layout/IconCircleList"/>
    <dgm:cxn modelId="{73D8A881-E9F4-4E4A-B61E-8F32CC3F4E60}" srcId="{B82DEB31-56FA-4471-8370-075267F5969F}" destId="{D9989E7E-1896-41E5-95B3-F27B9DADD8F4}" srcOrd="1" destOrd="0" parTransId="{3C2CA93E-1679-403B-AC54-7637C894D6BD}" sibTransId="{0D41B94A-F722-426B-90D9-6E837593069E}"/>
    <dgm:cxn modelId="{467BC397-E910-4244-8A5F-E3723352AA4E}" type="presOf" srcId="{E077E546-1500-48BD-9D98-B9B314F44B25}" destId="{46233D7B-CBF1-4C3D-B5A5-E145A04026C4}" srcOrd="0" destOrd="0" presId="urn:microsoft.com/office/officeart/2018/2/layout/IconCircleList"/>
    <dgm:cxn modelId="{4A2142A8-1821-427A-A711-B3423F596170}" type="presOf" srcId="{02B283AC-758B-4F54-B0F4-E5EF9AD061BD}" destId="{3994D79D-8121-4686-8C5B-6E4C09F129CE}" srcOrd="0" destOrd="0" presId="urn:microsoft.com/office/officeart/2018/2/layout/IconCircleList"/>
    <dgm:cxn modelId="{A34709B7-7742-4868-AEA8-B1AC9722A6E8}" type="presOf" srcId="{D9989E7E-1896-41E5-95B3-F27B9DADD8F4}" destId="{BB9D5DFE-A03F-4DB4-ADD6-1C035ADC6514}" srcOrd="0" destOrd="0" presId="urn:microsoft.com/office/officeart/2018/2/layout/IconCircleList"/>
    <dgm:cxn modelId="{62A802CE-21C6-4BC7-8B3E-0355E1421FB8}" type="presOf" srcId="{FBF604C2-9F4D-4160-BB7D-73C78C38D3F8}" destId="{61995350-5834-45BD-809A-55D30F037E04}" srcOrd="0" destOrd="0" presId="urn:microsoft.com/office/officeart/2018/2/layout/IconCircleList"/>
    <dgm:cxn modelId="{D79F2267-47B1-426D-B3EA-C72644EA0FDF}" type="presParOf" srcId="{D2917993-825B-4C2D-BC94-0BCBA7FD3B14}" destId="{4E514A7C-92D4-484A-A068-46CD2F23B3A0}" srcOrd="0" destOrd="0" presId="urn:microsoft.com/office/officeart/2018/2/layout/IconCircleList"/>
    <dgm:cxn modelId="{B0937A6B-97EA-4542-99A6-947DEE502BAC}" type="presParOf" srcId="{4E514A7C-92D4-484A-A068-46CD2F23B3A0}" destId="{6C251104-A4CB-40B5-9802-DF9F2FE0BC75}" srcOrd="0" destOrd="0" presId="urn:microsoft.com/office/officeart/2018/2/layout/IconCircleList"/>
    <dgm:cxn modelId="{9567503C-E101-418B-9040-BCDAF100E4DB}" type="presParOf" srcId="{6C251104-A4CB-40B5-9802-DF9F2FE0BC75}" destId="{90A57BBA-9882-49F5-9057-06B97CE14F89}" srcOrd="0" destOrd="0" presId="urn:microsoft.com/office/officeart/2018/2/layout/IconCircleList"/>
    <dgm:cxn modelId="{33A300FC-D3E3-48C4-A878-BFBB589ECF04}" type="presParOf" srcId="{6C251104-A4CB-40B5-9802-DF9F2FE0BC75}" destId="{AEEB78E1-E426-4518-9D79-801E968BDD89}" srcOrd="1" destOrd="0" presId="urn:microsoft.com/office/officeart/2018/2/layout/IconCircleList"/>
    <dgm:cxn modelId="{0B6C407C-9C34-4B4B-B923-2AAB3F8779F3}" type="presParOf" srcId="{6C251104-A4CB-40B5-9802-DF9F2FE0BC75}" destId="{8A685EDE-0CA8-45D7-BD80-7625F8EFB221}" srcOrd="2" destOrd="0" presId="urn:microsoft.com/office/officeart/2018/2/layout/IconCircleList"/>
    <dgm:cxn modelId="{338EA9E1-61A3-4AD1-A612-FAD741716E52}" type="presParOf" srcId="{6C251104-A4CB-40B5-9802-DF9F2FE0BC75}" destId="{61995350-5834-45BD-809A-55D30F037E04}" srcOrd="3" destOrd="0" presId="urn:microsoft.com/office/officeart/2018/2/layout/IconCircleList"/>
    <dgm:cxn modelId="{75930E3F-8056-4983-9787-00D53791DD7C}" type="presParOf" srcId="{4E514A7C-92D4-484A-A068-46CD2F23B3A0}" destId="{DE593D20-D13D-4E0E-A395-28BC6B994EEE}" srcOrd="1" destOrd="0" presId="urn:microsoft.com/office/officeart/2018/2/layout/IconCircleList"/>
    <dgm:cxn modelId="{AFB2C135-5851-4FA3-9FF5-2AEA4848AB8B}" type="presParOf" srcId="{4E514A7C-92D4-484A-A068-46CD2F23B3A0}" destId="{C92F6039-06A0-4EFB-B770-716CE7C5E555}" srcOrd="2" destOrd="0" presId="urn:microsoft.com/office/officeart/2018/2/layout/IconCircleList"/>
    <dgm:cxn modelId="{9075ADE2-BDAB-465F-9EFC-8D73F4DC0BBC}" type="presParOf" srcId="{C92F6039-06A0-4EFB-B770-716CE7C5E555}" destId="{68AE5B94-F320-4780-970C-5DD6934ED5E0}" srcOrd="0" destOrd="0" presId="urn:microsoft.com/office/officeart/2018/2/layout/IconCircleList"/>
    <dgm:cxn modelId="{58D1A134-DD7B-4A3C-9706-12783DF0CA20}" type="presParOf" srcId="{C92F6039-06A0-4EFB-B770-716CE7C5E555}" destId="{56D76299-7594-4AA1-9C46-654EBB615040}" srcOrd="1" destOrd="0" presId="urn:microsoft.com/office/officeart/2018/2/layout/IconCircleList"/>
    <dgm:cxn modelId="{5CB764A2-81DC-4D69-9F10-67FEE4A96230}" type="presParOf" srcId="{C92F6039-06A0-4EFB-B770-716CE7C5E555}" destId="{D4F29D30-897A-49A0-8DC2-BEE491F39166}" srcOrd="2" destOrd="0" presId="urn:microsoft.com/office/officeart/2018/2/layout/IconCircleList"/>
    <dgm:cxn modelId="{DF9BB60A-2D26-4190-B798-C9A854FDF777}" type="presParOf" srcId="{C92F6039-06A0-4EFB-B770-716CE7C5E555}" destId="{BB9D5DFE-A03F-4DB4-ADD6-1C035ADC6514}" srcOrd="3" destOrd="0" presId="urn:microsoft.com/office/officeart/2018/2/layout/IconCircleList"/>
    <dgm:cxn modelId="{E89FDEB0-EE3B-4E98-94F7-5BD95E85604B}" type="presParOf" srcId="{4E514A7C-92D4-484A-A068-46CD2F23B3A0}" destId="{DD1BAC94-72CD-432C-833C-F2AFCA3E4820}" srcOrd="3" destOrd="0" presId="urn:microsoft.com/office/officeart/2018/2/layout/IconCircleList"/>
    <dgm:cxn modelId="{F5E61B4E-871D-45E0-8478-9C716A789CE3}" type="presParOf" srcId="{4E514A7C-92D4-484A-A068-46CD2F23B3A0}" destId="{F6E973C8-4871-4F58-B21F-86BFB4F4126F}" srcOrd="4" destOrd="0" presId="urn:microsoft.com/office/officeart/2018/2/layout/IconCircleList"/>
    <dgm:cxn modelId="{8A9A5A87-C09E-48CC-B687-FB8ADFF8E91D}" type="presParOf" srcId="{F6E973C8-4871-4F58-B21F-86BFB4F4126F}" destId="{3F578246-87C3-492F-ABDA-B1E63DAC2C8D}" srcOrd="0" destOrd="0" presId="urn:microsoft.com/office/officeart/2018/2/layout/IconCircleList"/>
    <dgm:cxn modelId="{4CEC3BBB-47C3-4C5B-BF1F-0A79BEC57883}" type="presParOf" srcId="{F6E973C8-4871-4F58-B21F-86BFB4F4126F}" destId="{54ACB62F-B959-4BCE-9B97-7898AF6329DE}" srcOrd="1" destOrd="0" presId="urn:microsoft.com/office/officeart/2018/2/layout/IconCircleList"/>
    <dgm:cxn modelId="{EBDD7770-E518-4F3F-8E5A-1F9799414B6A}" type="presParOf" srcId="{F6E973C8-4871-4F58-B21F-86BFB4F4126F}" destId="{E5229CBA-E86E-4965-AF16-42C1524591FE}" srcOrd="2" destOrd="0" presId="urn:microsoft.com/office/officeart/2018/2/layout/IconCircleList"/>
    <dgm:cxn modelId="{3F2F98B8-1450-4672-8458-570D4C35A72F}" type="presParOf" srcId="{F6E973C8-4871-4F58-B21F-86BFB4F4126F}" destId="{46233D7B-CBF1-4C3D-B5A5-E145A04026C4}" srcOrd="3" destOrd="0" presId="urn:microsoft.com/office/officeart/2018/2/layout/IconCircleList"/>
    <dgm:cxn modelId="{5DE1A3D4-AC21-4DFB-B6B8-A8F322CBC01D}" type="presParOf" srcId="{4E514A7C-92D4-484A-A068-46CD2F23B3A0}" destId="{3994D79D-8121-4686-8C5B-6E4C09F129CE}" srcOrd="5" destOrd="0" presId="urn:microsoft.com/office/officeart/2018/2/layout/IconCircleList"/>
    <dgm:cxn modelId="{D623FBB2-5AFE-42B5-AAA3-C6413E13A6CD}" type="presParOf" srcId="{4E514A7C-92D4-484A-A068-46CD2F23B3A0}" destId="{4D0A3BC2-EB13-431E-812B-7AC301D573BA}" srcOrd="6" destOrd="0" presId="urn:microsoft.com/office/officeart/2018/2/layout/IconCircleList"/>
    <dgm:cxn modelId="{B6240843-9F0E-4B49-94CB-A9184EF423A8}" type="presParOf" srcId="{4D0A3BC2-EB13-431E-812B-7AC301D573BA}" destId="{E03CE39C-0217-442A-8E4A-0D7338C9A24B}" srcOrd="0" destOrd="0" presId="urn:microsoft.com/office/officeart/2018/2/layout/IconCircleList"/>
    <dgm:cxn modelId="{F54479E3-391F-4CB3-9E7D-4746B802DA79}" type="presParOf" srcId="{4D0A3BC2-EB13-431E-812B-7AC301D573BA}" destId="{055A862B-46A3-41EA-9511-7D50E72F3517}" srcOrd="1" destOrd="0" presId="urn:microsoft.com/office/officeart/2018/2/layout/IconCircleList"/>
    <dgm:cxn modelId="{09A69BD9-8191-416E-87AE-47D2D8F8AF12}" type="presParOf" srcId="{4D0A3BC2-EB13-431E-812B-7AC301D573BA}" destId="{71A1F36B-379C-49AF-951D-27516ACC3CB8}" srcOrd="2" destOrd="0" presId="urn:microsoft.com/office/officeart/2018/2/layout/IconCircleList"/>
    <dgm:cxn modelId="{A66DB276-FE17-49CE-9CEF-9F12BE6216D7}" type="presParOf" srcId="{4D0A3BC2-EB13-431E-812B-7AC301D573BA}" destId="{DAA385E4-BCDD-46C1-BA69-2A0DDDA7574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D928C-4C81-4518-A402-28AA31A801F0}">
      <dsp:nvSpPr>
        <dsp:cNvPr id="0" name=""/>
        <dsp:cNvSpPr/>
      </dsp:nvSpPr>
      <dsp:spPr>
        <a:xfrm>
          <a:off x="212335" y="64507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10873E-117E-4B11-AB10-549F6691761A}">
      <dsp:nvSpPr>
        <dsp:cNvPr id="0" name=""/>
        <dsp:cNvSpPr/>
      </dsp:nvSpPr>
      <dsp:spPr>
        <a:xfrm>
          <a:off x="492877" y="925615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3001A-ECE9-4908-BEF3-922F97D1DCE5}">
      <dsp:nvSpPr>
        <dsp:cNvPr id="0" name=""/>
        <dsp:cNvSpPr/>
      </dsp:nvSpPr>
      <dsp:spPr>
        <a:xfrm>
          <a:off x="1834517" y="64507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TRANSFORMAÇÃO DIGITAL PARA </a:t>
          </a:r>
          <a:r>
            <a:rPr lang="pt-BR" sz="1400" b="1" kern="1200" dirty="0"/>
            <a:t>METALTECH LTDA</a:t>
          </a:r>
          <a:br>
            <a:rPr lang="fr-CA" sz="1400" kern="1200" dirty="0"/>
          </a:br>
          <a:r>
            <a:rPr lang="fr-CA" sz="1400" kern="1200" dirty="0"/>
            <a:t>A </a:t>
          </a:r>
          <a:r>
            <a:rPr lang="fr-CA" sz="1400" kern="1200" dirty="0" err="1"/>
            <a:t>MetalTech</a:t>
          </a:r>
          <a:r>
            <a:rPr lang="fr-CA" sz="1400" kern="1200" dirty="0"/>
            <a:t> </a:t>
          </a:r>
          <a:r>
            <a:rPr lang="fr-CA" sz="1400" kern="1200" dirty="0" err="1"/>
            <a:t>Ltda</a:t>
          </a:r>
          <a:r>
            <a:rPr lang="fr-CA" sz="1400" kern="1200" dirty="0"/>
            <a:t>. </a:t>
          </a:r>
          <a:r>
            <a:rPr lang="fr-CA" sz="1400" kern="1200" dirty="0" err="1"/>
            <a:t>depende</a:t>
          </a:r>
          <a:r>
            <a:rPr lang="fr-CA" sz="1400" kern="1200" dirty="0"/>
            <a:t> </a:t>
          </a:r>
          <a:r>
            <a:rPr lang="fr-CA" sz="1400" kern="1200" dirty="0" err="1"/>
            <a:t>fortemente</a:t>
          </a:r>
          <a:r>
            <a:rPr lang="fr-CA" sz="1400" kern="1200" dirty="0"/>
            <a:t> de </a:t>
          </a:r>
          <a:r>
            <a:rPr lang="fr-CA" sz="1400" kern="1200" dirty="0" err="1"/>
            <a:t>sistemas</a:t>
          </a:r>
          <a:r>
            <a:rPr lang="fr-CA" sz="1400" kern="1200" dirty="0"/>
            <a:t> de TI para </a:t>
          </a:r>
          <a:r>
            <a:rPr lang="fr-CA" sz="1400" kern="1200" dirty="0" err="1"/>
            <a:t>suportar</a:t>
          </a:r>
          <a:r>
            <a:rPr lang="fr-CA" sz="1400" kern="1200" dirty="0"/>
            <a:t> suas </a:t>
          </a:r>
          <a:r>
            <a:rPr lang="fr-CA" sz="1400" kern="1200" dirty="0" err="1"/>
            <a:t>operações</a:t>
          </a:r>
          <a:r>
            <a:rPr lang="fr-CA" sz="1400" kern="1200" dirty="0"/>
            <a:t> </a:t>
          </a:r>
          <a:r>
            <a:rPr lang="fr-CA" sz="1400" kern="1200" dirty="0" err="1"/>
            <a:t>industriais</a:t>
          </a:r>
          <a:r>
            <a:rPr lang="fr-CA" sz="1400" kern="1200" dirty="0"/>
            <a:t>, </a:t>
          </a:r>
          <a:r>
            <a:rPr lang="fr-CA" sz="1400" kern="1200" dirty="0" err="1"/>
            <a:t>incluindo</a:t>
          </a:r>
          <a:r>
            <a:rPr lang="fr-CA" sz="1400" kern="1200" dirty="0"/>
            <a:t> </a:t>
          </a:r>
          <a:r>
            <a:rPr lang="fr-CA" sz="1400" kern="1200" dirty="0" err="1"/>
            <a:t>produção</a:t>
          </a:r>
          <a:r>
            <a:rPr lang="fr-CA" sz="1400" kern="1200" dirty="0"/>
            <a:t>, </a:t>
          </a:r>
          <a:r>
            <a:rPr lang="fr-CA" sz="1400" kern="1200" dirty="0" err="1"/>
            <a:t>logística</a:t>
          </a:r>
          <a:r>
            <a:rPr lang="fr-CA" sz="1400" kern="1200" dirty="0"/>
            <a:t>, </a:t>
          </a:r>
          <a:r>
            <a:rPr lang="fr-CA" sz="1400" kern="1200" dirty="0" err="1"/>
            <a:t>financeiro</a:t>
          </a:r>
          <a:r>
            <a:rPr lang="fr-CA" sz="1400" kern="1200" dirty="0"/>
            <a:t> e </a:t>
          </a:r>
          <a:r>
            <a:rPr lang="fr-CA" sz="1400" kern="1200" dirty="0" err="1"/>
            <a:t>atendimento</a:t>
          </a:r>
          <a:r>
            <a:rPr lang="fr-CA" sz="1400" kern="1200" dirty="0"/>
            <a:t> ao cliente.</a:t>
          </a:r>
          <a:endParaRPr lang="en-US" sz="1400" kern="1200" dirty="0"/>
        </a:p>
      </dsp:txBody>
      <dsp:txXfrm>
        <a:off x="1834517" y="645072"/>
        <a:ext cx="3148942" cy="1335915"/>
      </dsp:txXfrm>
    </dsp:sp>
    <dsp:sp modelId="{14F1A23B-71AF-4371-98C7-1F00C28B595B}">
      <dsp:nvSpPr>
        <dsp:cNvPr id="0" name=""/>
        <dsp:cNvSpPr/>
      </dsp:nvSpPr>
      <dsp:spPr>
        <a:xfrm>
          <a:off x="5532139" y="64507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2568DA-B046-4367-9FFE-5313B169FC72}">
      <dsp:nvSpPr>
        <dsp:cNvPr id="0" name=""/>
        <dsp:cNvSpPr/>
      </dsp:nvSpPr>
      <dsp:spPr>
        <a:xfrm>
          <a:off x="5812681" y="925615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F456B-A651-49D5-9D79-80C4CD6E48C6}">
      <dsp:nvSpPr>
        <dsp:cNvPr id="0" name=""/>
        <dsp:cNvSpPr/>
      </dsp:nvSpPr>
      <dsp:spPr>
        <a:xfrm>
          <a:off x="7154322" y="64507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ADOÇÃO DE AMBIENTES HÍBRIDOS</a:t>
          </a:r>
          <a:br>
            <a:rPr lang="fr-CA" sz="1400" kern="1200" dirty="0"/>
          </a:br>
          <a:r>
            <a:rPr lang="fr-CA" sz="1400" kern="1200" dirty="0"/>
            <a:t>Para </a:t>
          </a:r>
          <a:r>
            <a:rPr lang="fr-CA" sz="1400" kern="1200" dirty="0" err="1"/>
            <a:t>atender</a:t>
          </a:r>
          <a:r>
            <a:rPr lang="fr-CA" sz="1400" kern="1200" dirty="0"/>
            <a:t> </a:t>
          </a:r>
          <a:r>
            <a:rPr lang="fr-CA" sz="1400" kern="1200" dirty="0" err="1"/>
            <a:t>às</a:t>
          </a:r>
          <a:r>
            <a:rPr lang="fr-CA" sz="1400" kern="1200" dirty="0"/>
            <a:t> </a:t>
          </a:r>
          <a:r>
            <a:rPr lang="fr-CA" sz="1400" kern="1200" dirty="0" err="1"/>
            <a:t>necessidades</a:t>
          </a:r>
          <a:r>
            <a:rPr lang="fr-CA" sz="1400" kern="1200" dirty="0"/>
            <a:t> do </a:t>
          </a:r>
          <a:r>
            <a:rPr lang="fr-CA" sz="1400" kern="1200" dirty="0" err="1"/>
            <a:t>negócio</a:t>
          </a:r>
          <a:r>
            <a:rPr lang="fr-CA" sz="1400" kern="1200" dirty="0"/>
            <a:t>, a </a:t>
          </a:r>
          <a:r>
            <a:rPr lang="fr-CA" sz="1400" kern="1200" dirty="0" err="1"/>
            <a:t>empresa</a:t>
          </a:r>
          <a:r>
            <a:rPr lang="fr-CA" sz="1400" kern="1200" dirty="0"/>
            <a:t> combina </a:t>
          </a:r>
          <a:r>
            <a:rPr lang="fr-CA" sz="1400" kern="1200" dirty="0" err="1"/>
            <a:t>infraestrutura</a:t>
          </a:r>
          <a:r>
            <a:rPr lang="fr-CA" sz="1400" kern="1200" dirty="0"/>
            <a:t> local na </a:t>
          </a:r>
          <a:r>
            <a:rPr lang="fr-CA" sz="1400" kern="1200" dirty="0" err="1"/>
            <a:t>matriz</a:t>
          </a:r>
          <a:r>
            <a:rPr lang="fr-CA" sz="1400" kern="1200" dirty="0"/>
            <a:t> com </a:t>
          </a:r>
          <a:r>
            <a:rPr lang="fr-CA" sz="1400" kern="1200" dirty="0" err="1"/>
            <a:t>serviços</a:t>
          </a:r>
          <a:r>
            <a:rPr lang="fr-CA" sz="1400" kern="1200" dirty="0"/>
            <a:t> </a:t>
          </a:r>
          <a:r>
            <a:rPr lang="fr-CA" sz="1400" kern="1200" dirty="0" err="1"/>
            <a:t>em</a:t>
          </a:r>
          <a:r>
            <a:rPr lang="fr-CA" sz="1400" kern="1200" dirty="0"/>
            <a:t> </a:t>
          </a:r>
          <a:r>
            <a:rPr lang="fr-CA" sz="1400" kern="1200" dirty="0" err="1"/>
            <a:t>nuvem</a:t>
          </a:r>
          <a:r>
            <a:rPr lang="fr-CA" sz="1400" kern="1200" dirty="0"/>
            <a:t>, </a:t>
          </a:r>
          <a:r>
            <a:rPr lang="fr-CA" sz="1400" kern="1200" dirty="0" err="1"/>
            <a:t>buscando</a:t>
          </a:r>
          <a:r>
            <a:rPr lang="fr-CA" sz="1400" kern="1200" dirty="0"/>
            <a:t> </a:t>
          </a:r>
          <a:r>
            <a:rPr lang="fr-CA" sz="1400" kern="1200" dirty="0" err="1"/>
            <a:t>maior</a:t>
          </a:r>
          <a:r>
            <a:rPr lang="fr-CA" sz="1400" kern="1200" dirty="0"/>
            <a:t> </a:t>
          </a:r>
          <a:r>
            <a:rPr lang="fr-CA" sz="1400" kern="1200" dirty="0" err="1"/>
            <a:t>flexibilidade</a:t>
          </a:r>
          <a:r>
            <a:rPr lang="fr-CA" sz="1400" kern="1200" dirty="0"/>
            <a:t>, </a:t>
          </a:r>
          <a:r>
            <a:rPr lang="fr-CA" sz="1400" kern="1200" dirty="0" err="1"/>
            <a:t>escalabilidade</a:t>
          </a:r>
          <a:r>
            <a:rPr lang="fr-CA" sz="1400" kern="1200" dirty="0"/>
            <a:t> e </a:t>
          </a:r>
          <a:r>
            <a:rPr lang="fr-CA" sz="1400" kern="1200" dirty="0" err="1"/>
            <a:t>redução</a:t>
          </a:r>
          <a:r>
            <a:rPr lang="fr-CA" sz="1400" kern="1200" dirty="0"/>
            <a:t> de </a:t>
          </a:r>
          <a:r>
            <a:rPr lang="fr-CA" sz="1400" kern="1200" dirty="0" err="1"/>
            <a:t>custos</a:t>
          </a:r>
          <a:r>
            <a:rPr lang="fr-CA" sz="1400" kern="1200" dirty="0"/>
            <a:t> </a:t>
          </a:r>
          <a:r>
            <a:rPr lang="fr-CA" sz="1400" kern="1200" dirty="0" err="1"/>
            <a:t>operacionais</a:t>
          </a:r>
          <a:r>
            <a:rPr lang="fr-CA" sz="1400" kern="1200" dirty="0"/>
            <a:t>.</a:t>
          </a:r>
          <a:endParaRPr lang="en-US" sz="1400" kern="1200" dirty="0"/>
        </a:p>
      </dsp:txBody>
      <dsp:txXfrm>
        <a:off x="7154322" y="645072"/>
        <a:ext cx="3148942" cy="1335915"/>
      </dsp:txXfrm>
    </dsp:sp>
    <dsp:sp modelId="{0C5842AE-BEAA-42B2-BA1F-F38212F7E15B}">
      <dsp:nvSpPr>
        <dsp:cNvPr id="0" name=""/>
        <dsp:cNvSpPr/>
      </dsp:nvSpPr>
      <dsp:spPr>
        <a:xfrm>
          <a:off x="212335" y="2792477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F7400-1A84-44D4-A69A-1EECBB919231}">
      <dsp:nvSpPr>
        <dsp:cNvPr id="0" name=""/>
        <dsp:cNvSpPr/>
      </dsp:nvSpPr>
      <dsp:spPr>
        <a:xfrm>
          <a:off x="492877" y="3073019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47291-BA41-48B9-9287-5ABF49AB4951}">
      <dsp:nvSpPr>
        <dsp:cNvPr id="0" name=""/>
        <dsp:cNvSpPr/>
      </dsp:nvSpPr>
      <dsp:spPr>
        <a:xfrm>
          <a:off x="1834517" y="2792477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NECESSIDADE DE ESCALABILIDADE E SEGURANÇA</a:t>
          </a:r>
          <a:br>
            <a:rPr lang="fr-CA" sz="1400" kern="1200" dirty="0"/>
          </a:br>
          <a:r>
            <a:rPr lang="fr-CA" sz="1400" kern="1200" dirty="0"/>
            <a:t>O </a:t>
          </a:r>
          <a:r>
            <a:rPr lang="fr-CA" sz="1400" kern="1200" dirty="0" err="1"/>
            <a:t>crescimento</a:t>
          </a:r>
          <a:r>
            <a:rPr lang="fr-CA" sz="1400" kern="1200" dirty="0"/>
            <a:t> </a:t>
          </a:r>
          <a:r>
            <a:rPr lang="fr-CA" sz="1400" kern="1200" dirty="0" err="1"/>
            <a:t>das</a:t>
          </a:r>
          <a:r>
            <a:rPr lang="fr-CA" sz="1400" kern="1200" dirty="0"/>
            <a:t> </a:t>
          </a:r>
          <a:r>
            <a:rPr lang="fr-CA" sz="1400" kern="1200" dirty="0" err="1"/>
            <a:t>operações</a:t>
          </a:r>
          <a:r>
            <a:rPr lang="fr-CA" sz="1400" kern="1200" dirty="0"/>
            <a:t> e a </a:t>
          </a:r>
          <a:r>
            <a:rPr lang="fr-CA" sz="1400" kern="1200" dirty="0" err="1"/>
            <a:t>presença</a:t>
          </a:r>
          <a:r>
            <a:rPr lang="fr-CA" sz="1400" kern="1200" dirty="0"/>
            <a:t> de </a:t>
          </a:r>
          <a:r>
            <a:rPr lang="fr-CA" sz="1400" kern="1200" dirty="0" err="1"/>
            <a:t>sistemas</a:t>
          </a:r>
          <a:r>
            <a:rPr lang="fr-CA" sz="1400" kern="1200" dirty="0"/>
            <a:t> </a:t>
          </a:r>
          <a:r>
            <a:rPr lang="fr-CA" sz="1400" kern="1200" dirty="0" err="1"/>
            <a:t>industriais</a:t>
          </a:r>
          <a:r>
            <a:rPr lang="fr-CA" sz="1400" kern="1200" dirty="0"/>
            <a:t> </a:t>
          </a:r>
          <a:r>
            <a:rPr lang="fr-CA" sz="1400" kern="1200" dirty="0" err="1"/>
            <a:t>exigem</a:t>
          </a:r>
          <a:r>
            <a:rPr lang="fr-CA" sz="1400" kern="1200" dirty="0"/>
            <a:t> </a:t>
          </a:r>
          <a:r>
            <a:rPr lang="fr-CA" sz="1400" kern="1200" dirty="0" err="1"/>
            <a:t>uma</a:t>
          </a:r>
          <a:r>
            <a:rPr lang="fr-CA" sz="1400" kern="1200" dirty="0"/>
            <a:t> </a:t>
          </a:r>
          <a:r>
            <a:rPr lang="fr-CA" sz="1400" kern="1200" dirty="0" err="1"/>
            <a:t>infraestrutura</a:t>
          </a:r>
          <a:r>
            <a:rPr lang="fr-CA" sz="1400" kern="1200" dirty="0"/>
            <a:t> </a:t>
          </a:r>
          <a:r>
            <a:rPr lang="fr-CA" sz="1400" kern="1200" dirty="0" err="1"/>
            <a:t>capaz</a:t>
          </a:r>
          <a:r>
            <a:rPr lang="fr-CA" sz="1400" kern="1200" dirty="0"/>
            <a:t> de </a:t>
          </a:r>
          <a:r>
            <a:rPr lang="fr-CA" sz="1400" kern="1200" dirty="0" err="1"/>
            <a:t>escalar</a:t>
          </a:r>
          <a:r>
            <a:rPr lang="fr-CA" sz="1400" kern="1200" dirty="0"/>
            <a:t> </a:t>
          </a:r>
          <a:r>
            <a:rPr lang="fr-CA" sz="1400" kern="1200" dirty="0" err="1"/>
            <a:t>rapidamente</a:t>
          </a:r>
          <a:r>
            <a:rPr lang="fr-CA" sz="1400" kern="1200" dirty="0"/>
            <a:t>, </a:t>
          </a:r>
          <a:r>
            <a:rPr lang="fr-CA" sz="1400" kern="1200" dirty="0" err="1"/>
            <a:t>mantendo</a:t>
          </a:r>
          <a:r>
            <a:rPr lang="fr-CA" sz="1400" kern="1200" dirty="0"/>
            <a:t> alto </a:t>
          </a:r>
          <a:r>
            <a:rPr lang="fr-CA" sz="1400" kern="1200" dirty="0" err="1"/>
            <a:t>nível</a:t>
          </a:r>
          <a:r>
            <a:rPr lang="fr-CA" sz="1400" kern="1200" dirty="0"/>
            <a:t> de </a:t>
          </a:r>
          <a:r>
            <a:rPr lang="fr-CA" sz="1400" kern="1200" dirty="0" err="1"/>
            <a:t>segurança</a:t>
          </a:r>
          <a:r>
            <a:rPr lang="fr-CA" sz="1400" kern="1200" dirty="0"/>
            <a:t>, </a:t>
          </a:r>
          <a:r>
            <a:rPr lang="fr-CA" sz="1400" kern="1200" dirty="0" err="1"/>
            <a:t>disponibilidade</a:t>
          </a:r>
          <a:r>
            <a:rPr lang="fr-CA" sz="1400" kern="1200" dirty="0"/>
            <a:t> e </a:t>
          </a:r>
          <a:r>
            <a:rPr lang="fr-CA" sz="1400" kern="1200" dirty="0" err="1"/>
            <a:t>controle</a:t>
          </a:r>
          <a:r>
            <a:rPr lang="fr-CA" sz="1400" kern="1200" dirty="0"/>
            <a:t> de </a:t>
          </a:r>
          <a:r>
            <a:rPr lang="fr-CA" sz="1400" kern="1200" dirty="0" err="1"/>
            <a:t>acesso</a:t>
          </a:r>
          <a:r>
            <a:rPr lang="fr-CA" sz="1400" kern="1200" dirty="0"/>
            <a:t>.</a:t>
          </a:r>
          <a:endParaRPr lang="en-US" sz="1400" kern="1200" dirty="0"/>
        </a:p>
      </dsp:txBody>
      <dsp:txXfrm>
        <a:off x="1834517" y="2792477"/>
        <a:ext cx="3148942" cy="1335915"/>
      </dsp:txXfrm>
    </dsp:sp>
    <dsp:sp modelId="{04B123FE-7BEC-4C2D-8CA2-8842E6E4ADFE}">
      <dsp:nvSpPr>
        <dsp:cNvPr id="0" name=""/>
        <dsp:cNvSpPr/>
      </dsp:nvSpPr>
      <dsp:spPr>
        <a:xfrm>
          <a:off x="5532139" y="2792477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1B0581-DBED-46F5-A66F-54DE1B46DE30}">
      <dsp:nvSpPr>
        <dsp:cNvPr id="0" name=""/>
        <dsp:cNvSpPr/>
      </dsp:nvSpPr>
      <dsp:spPr>
        <a:xfrm>
          <a:off x="5812681" y="3073019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56FE7-6EAE-4539-B613-EC28108596CB}">
      <dsp:nvSpPr>
        <dsp:cNvPr id="0" name=""/>
        <dsp:cNvSpPr/>
      </dsp:nvSpPr>
      <dsp:spPr>
        <a:xfrm>
          <a:off x="7154322" y="2792477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INTEGRAÇÃO ENTRE MATRIZ E FILIAIS</a:t>
          </a:r>
          <a:br>
            <a:rPr lang="fr-CA" sz="1400" kern="1200" dirty="0"/>
          </a:br>
          <a:r>
            <a:rPr lang="fr-CA" sz="1400" kern="1200" dirty="0"/>
            <a:t>A </a:t>
          </a:r>
          <a:r>
            <a:rPr lang="fr-CA" sz="1400" kern="1200" dirty="0" err="1"/>
            <a:t>estrutura</a:t>
          </a:r>
          <a:r>
            <a:rPr lang="fr-CA" sz="1400" kern="1200" dirty="0"/>
            <a:t> </a:t>
          </a:r>
          <a:r>
            <a:rPr lang="fr-CA" sz="1400" kern="1200" dirty="0" err="1"/>
            <a:t>distribuída</a:t>
          </a:r>
          <a:r>
            <a:rPr lang="fr-CA" sz="1400" kern="1200" dirty="0"/>
            <a:t> da </a:t>
          </a:r>
          <a:r>
            <a:rPr lang="fr-CA" sz="1400" kern="1200" dirty="0" err="1"/>
            <a:t>MetalTech</a:t>
          </a:r>
          <a:r>
            <a:rPr lang="fr-CA" sz="1400" kern="1200" dirty="0"/>
            <a:t> demanda </a:t>
          </a:r>
          <a:r>
            <a:rPr lang="fr-CA" sz="1400" kern="1200" dirty="0" err="1"/>
            <a:t>integração</a:t>
          </a:r>
          <a:r>
            <a:rPr lang="fr-CA" sz="1400" kern="1200" dirty="0"/>
            <a:t> </a:t>
          </a:r>
          <a:r>
            <a:rPr lang="fr-CA" sz="1400" kern="1200" dirty="0" err="1"/>
            <a:t>eficiente</a:t>
          </a:r>
          <a:r>
            <a:rPr lang="fr-CA" sz="1400" kern="1200" dirty="0"/>
            <a:t> entre </a:t>
          </a:r>
          <a:r>
            <a:rPr lang="fr-CA" sz="1400" kern="1200" dirty="0" err="1"/>
            <a:t>unidades</a:t>
          </a:r>
          <a:r>
            <a:rPr lang="fr-CA" sz="1400" kern="1200" dirty="0"/>
            <a:t> </a:t>
          </a:r>
          <a:r>
            <a:rPr lang="fr-CA" sz="1400" kern="1200" dirty="0" err="1"/>
            <a:t>geograficamente</a:t>
          </a:r>
          <a:r>
            <a:rPr lang="fr-CA" sz="1400" kern="1200" dirty="0"/>
            <a:t> </a:t>
          </a:r>
          <a:r>
            <a:rPr lang="fr-CA" sz="1400" kern="1200" dirty="0" err="1"/>
            <a:t>separadas</a:t>
          </a:r>
          <a:r>
            <a:rPr lang="fr-CA" sz="1400" kern="1200" dirty="0"/>
            <a:t>, </a:t>
          </a:r>
          <a:r>
            <a:rPr lang="fr-CA" sz="1400" kern="1200" dirty="0" err="1"/>
            <a:t>garantindo</a:t>
          </a:r>
          <a:r>
            <a:rPr lang="fr-CA" sz="1400" kern="1200" dirty="0"/>
            <a:t> </a:t>
          </a:r>
          <a:r>
            <a:rPr lang="fr-CA" sz="1400" kern="1200" dirty="0" err="1"/>
            <a:t>comunicação</a:t>
          </a:r>
          <a:r>
            <a:rPr lang="fr-CA" sz="1400" kern="1200" dirty="0"/>
            <a:t> </a:t>
          </a:r>
          <a:r>
            <a:rPr lang="fr-CA" sz="1400" kern="1200" dirty="0" err="1"/>
            <a:t>contínua</a:t>
          </a:r>
          <a:r>
            <a:rPr lang="fr-CA" sz="1400" kern="1200" dirty="0"/>
            <a:t> e </a:t>
          </a:r>
          <a:r>
            <a:rPr lang="fr-CA" sz="1400" kern="1200" dirty="0" err="1"/>
            <a:t>centralização</a:t>
          </a:r>
          <a:r>
            <a:rPr lang="fr-CA" sz="1400" kern="1200" dirty="0"/>
            <a:t> dos </a:t>
          </a:r>
          <a:r>
            <a:rPr lang="fr-CA" sz="1400" kern="1200" dirty="0" err="1"/>
            <a:t>sistemas</a:t>
          </a:r>
          <a:r>
            <a:rPr lang="fr-CA" sz="1400" kern="1200" dirty="0"/>
            <a:t>.</a:t>
          </a:r>
          <a:endParaRPr lang="en-US" sz="1400" kern="1200" dirty="0"/>
        </a:p>
      </dsp:txBody>
      <dsp:txXfrm>
        <a:off x="7154322" y="2792477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AB513-D605-4E01-9F7A-28893ED62FFF}">
      <dsp:nvSpPr>
        <dsp:cNvPr id="0" name=""/>
        <dsp:cNvSpPr/>
      </dsp:nvSpPr>
      <dsp:spPr>
        <a:xfrm>
          <a:off x="478800" y="76941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408E53-6AAA-4155-983D-0F9856A84CA4}">
      <dsp:nvSpPr>
        <dsp:cNvPr id="0" name=""/>
        <dsp:cNvSpPr/>
      </dsp:nvSpPr>
      <dsp:spPr>
        <a:xfrm>
          <a:off x="712800" y="1003419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5DD7B-7CAF-419D-8143-33FF8247F3EF}">
      <dsp:nvSpPr>
        <dsp:cNvPr id="0" name=""/>
        <dsp:cNvSpPr/>
      </dsp:nvSpPr>
      <dsp:spPr>
        <a:xfrm>
          <a:off x="127800" y="2209419"/>
          <a:ext cx="180000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100" b="1" kern="1200" dirty="0" err="1"/>
            <a:t>Implementar</a:t>
          </a:r>
          <a:r>
            <a:rPr lang="fr-CA" sz="1100" b="1" kern="1200" dirty="0"/>
            <a:t> </a:t>
          </a:r>
          <a:r>
            <a:rPr lang="fr-CA" sz="1100" b="1" kern="1200" dirty="0" err="1"/>
            <a:t>uma</a:t>
          </a:r>
          <a:r>
            <a:rPr lang="fr-CA" sz="1100" b="1" kern="1200" dirty="0"/>
            <a:t> </a:t>
          </a:r>
          <a:r>
            <a:rPr lang="fr-CA" sz="1100" b="1" kern="1200" dirty="0" err="1"/>
            <a:t>infraestrutura</a:t>
          </a:r>
          <a:r>
            <a:rPr lang="fr-CA" sz="1100" b="1" kern="1200" dirty="0"/>
            <a:t> </a:t>
          </a:r>
          <a:r>
            <a:rPr lang="fr-CA" sz="1100" b="1" kern="1200" dirty="0" err="1"/>
            <a:t>híbrida</a:t>
          </a:r>
          <a:br>
            <a:rPr lang="fr-CA" sz="1100" kern="1200" dirty="0"/>
          </a:br>
          <a:r>
            <a:rPr lang="fr-CA" sz="1100" kern="1200" cap="none" dirty="0"/>
            <a:t>O </a:t>
          </a:r>
          <a:r>
            <a:rPr lang="fr-CA" sz="1100" kern="1200" cap="none" dirty="0" err="1"/>
            <a:t>projeto</a:t>
          </a:r>
          <a:r>
            <a:rPr lang="fr-CA" sz="1100" kern="1200" cap="none" dirty="0"/>
            <a:t> </a:t>
          </a:r>
          <a:r>
            <a:rPr lang="fr-CA" sz="1100" kern="1200" cap="none" dirty="0" err="1"/>
            <a:t>busca</a:t>
          </a:r>
          <a:r>
            <a:rPr lang="fr-CA" sz="1100" kern="1200" cap="none" dirty="0"/>
            <a:t> </a:t>
          </a:r>
          <a:r>
            <a:rPr lang="fr-CA" sz="1100" kern="1200" cap="none" dirty="0" err="1"/>
            <a:t>construir</a:t>
          </a:r>
          <a:r>
            <a:rPr lang="fr-CA" sz="1100" kern="1200" cap="none" dirty="0"/>
            <a:t> um </a:t>
          </a:r>
          <a:r>
            <a:rPr lang="fr-CA" sz="1100" kern="1200" cap="none" dirty="0" err="1"/>
            <a:t>ambiente</a:t>
          </a:r>
          <a:r>
            <a:rPr lang="fr-CA" sz="1100" kern="1200" cap="none" dirty="0"/>
            <a:t> </a:t>
          </a:r>
          <a:r>
            <a:rPr lang="fr-CA" sz="1100" kern="1200" cap="none" dirty="0" err="1"/>
            <a:t>corporativo</a:t>
          </a:r>
          <a:r>
            <a:rPr lang="fr-CA" sz="1100" kern="1200" cap="none" dirty="0"/>
            <a:t> que combine </a:t>
          </a:r>
          <a:r>
            <a:rPr lang="fr-CA" sz="1100" kern="1200" cap="none" dirty="0" err="1"/>
            <a:t>infraestrutura</a:t>
          </a:r>
          <a:r>
            <a:rPr lang="fr-CA" sz="1100" kern="1200" cap="none" dirty="0"/>
            <a:t> local na </a:t>
          </a:r>
          <a:r>
            <a:rPr lang="fr-CA" sz="1100" kern="1200" cap="none" dirty="0" err="1"/>
            <a:t>matriz</a:t>
          </a:r>
          <a:r>
            <a:rPr lang="fr-CA" sz="1100" kern="1200" cap="none" dirty="0"/>
            <a:t> com </a:t>
          </a:r>
          <a:r>
            <a:rPr lang="fr-CA" sz="1100" kern="1200" cap="none" dirty="0" err="1"/>
            <a:t>serviços</a:t>
          </a:r>
          <a:r>
            <a:rPr lang="fr-CA" sz="1100" kern="1200" cap="none" dirty="0"/>
            <a:t> </a:t>
          </a:r>
          <a:r>
            <a:rPr lang="fr-CA" sz="1100" kern="1200" cap="none" dirty="0" err="1"/>
            <a:t>em</a:t>
          </a:r>
          <a:r>
            <a:rPr lang="fr-CA" sz="1100" kern="1200" cap="none" dirty="0"/>
            <a:t> </a:t>
          </a:r>
          <a:r>
            <a:rPr lang="fr-CA" sz="1100" kern="1200" cap="none" dirty="0" err="1"/>
            <a:t>nuvem</a:t>
          </a:r>
          <a:r>
            <a:rPr lang="fr-CA" sz="1100" kern="1200" cap="none" dirty="0"/>
            <a:t>, </a:t>
          </a:r>
          <a:r>
            <a:rPr lang="fr-CA" sz="1100" kern="1200" cap="none" dirty="0" err="1"/>
            <a:t>simulando</a:t>
          </a:r>
          <a:r>
            <a:rPr lang="fr-CA" sz="1100" kern="1200" cap="none" dirty="0"/>
            <a:t> um </a:t>
          </a:r>
          <a:r>
            <a:rPr lang="fr-CA" sz="1100" kern="1200" cap="none" dirty="0" err="1"/>
            <a:t>cenário</a:t>
          </a:r>
          <a:r>
            <a:rPr lang="fr-CA" sz="1100" kern="1200" cap="none" dirty="0"/>
            <a:t> real da </a:t>
          </a:r>
          <a:r>
            <a:rPr lang="fr-CA" sz="1100" kern="1200" cap="none" dirty="0" err="1"/>
            <a:t>empresa</a:t>
          </a:r>
          <a:r>
            <a:rPr lang="fr-CA" sz="1100" kern="1200" cap="none" dirty="0"/>
            <a:t>.</a:t>
          </a:r>
          <a:endParaRPr lang="en-US" sz="1100" kern="1200" dirty="0"/>
        </a:p>
      </dsp:txBody>
      <dsp:txXfrm>
        <a:off x="127800" y="2209419"/>
        <a:ext cx="1800000" cy="1372500"/>
      </dsp:txXfrm>
    </dsp:sp>
    <dsp:sp modelId="{DD33C6BB-F38F-431F-8E9E-F50DAA1D34AD}">
      <dsp:nvSpPr>
        <dsp:cNvPr id="0" name=""/>
        <dsp:cNvSpPr/>
      </dsp:nvSpPr>
      <dsp:spPr>
        <a:xfrm>
          <a:off x="2593800" y="76941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03B0C-5EC4-4AD0-A2EE-87CEDA338AA0}">
      <dsp:nvSpPr>
        <dsp:cNvPr id="0" name=""/>
        <dsp:cNvSpPr/>
      </dsp:nvSpPr>
      <dsp:spPr>
        <a:xfrm>
          <a:off x="2827800" y="1003419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2C0F1-D89C-4FA5-A0D2-C905A4A877F7}">
      <dsp:nvSpPr>
        <dsp:cNvPr id="0" name=""/>
        <dsp:cNvSpPr/>
      </dsp:nvSpPr>
      <dsp:spPr>
        <a:xfrm>
          <a:off x="2242800" y="2209419"/>
          <a:ext cx="180000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100" b="1" kern="1200" dirty="0" err="1"/>
            <a:t>Integrar</a:t>
          </a:r>
          <a:r>
            <a:rPr lang="fr-CA" sz="1100" b="1" kern="1200" dirty="0"/>
            <a:t> </a:t>
          </a:r>
          <a:r>
            <a:rPr lang="fr-CA" sz="1100" b="1" kern="1200" dirty="0" err="1"/>
            <a:t>ambiente</a:t>
          </a:r>
          <a:r>
            <a:rPr lang="fr-CA" sz="1100" b="1" kern="1200" dirty="0"/>
            <a:t> local e cloud</a:t>
          </a:r>
          <a:br>
            <a:rPr lang="fr-CA" sz="1100" kern="1200" dirty="0"/>
          </a:br>
          <a:r>
            <a:rPr lang="fr-CA" sz="1100" kern="1200" cap="none" dirty="0"/>
            <a:t>Garantir a </a:t>
          </a:r>
          <a:r>
            <a:rPr lang="fr-CA" sz="1100" kern="1200" cap="none" dirty="0" err="1"/>
            <a:t>comunicação</a:t>
          </a:r>
          <a:r>
            <a:rPr lang="fr-CA" sz="1100" kern="1200" cap="none" dirty="0"/>
            <a:t> entre o </a:t>
          </a:r>
          <a:r>
            <a:rPr lang="fr-CA" sz="1100" kern="1200" cap="none" dirty="0" err="1"/>
            <a:t>ambiente</a:t>
          </a:r>
          <a:r>
            <a:rPr lang="fr-CA" sz="1100" kern="1200" cap="none" dirty="0"/>
            <a:t> local </a:t>
          </a:r>
          <a:r>
            <a:rPr lang="fr-CA" sz="1100" kern="1200" cap="none" dirty="0" err="1"/>
            <a:t>baseado</a:t>
          </a:r>
          <a:r>
            <a:rPr lang="fr-CA" sz="1100" kern="1200" cap="none" dirty="0"/>
            <a:t> </a:t>
          </a:r>
          <a:r>
            <a:rPr lang="fr-CA" sz="1100" kern="1200" cap="none" dirty="0" err="1"/>
            <a:t>em</a:t>
          </a:r>
          <a:r>
            <a:rPr lang="fr-CA" sz="1100" kern="1200" cap="none" dirty="0"/>
            <a:t> </a:t>
          </a:r>
          <a:r>
            <a:rPr lang="fr-CA" sz="1100" kern="1200" cap="none" dirty="0" err="1"/>
            <a:t>windows</a:t>
          </a:r>
          <a:r>
            <a:rPr lang="fr-CA" sz="1100" kern="1200" cap="none" dirty="0"/>
            <a:t> server e a AWS, </a:t>
          </a:r>
          <a:r>
            <a:rPr lang="fr-CA" sz="1100" kern="1200" cap="none" dirty="0" err="1"/>
            <a:t>permitindo</a:t>
          </a:r>
          <a:r>
            <a:rPr lang="fr-CA" sz="1100" kern="1200" cap="none" dirty="0"/>
            <a:t> o </a:t>
          </a:r>
          <a:r>
            <a:rPr lang="fr-CA" sz="1100" kern="1200" cap="none" dirty="0" err="1"/>
            <a:t>funcionamento</a:t>
          </a:r>
          <a:r>
            <a:rPr lang="fr-CA" sz="1100" kern="1200" cap="none" dirty="0"/>
            <a:t> </a:t>
          </a:r>
          <a:r>
            <a:rPr lang="fr-CA" sz="1100" kern="1200" cap="none" dirty="0" err="1"/>
            <a:t>conjunto</a:t>
          </a:r>
          <a:r>
            <a:rPr lang="fr-CA" sz="1100" kern="1200" cap="none" dirty="0"/>
            <a:t> entre </a:t>
          </a:r>
          <a:r>
            <a:rPr lang="fr-CA" sz="1100" kern="1200" cap="none" dirty="0" err="1"/>
            <a:t>matriz</a:t>
          </a:r>
          <a:r>
            <a:rPr lang="fr-CA" sz="1100" kern="1200" cap="none" dirty="0"/>
            <a:t>, </a:t>
          </a:r>
          <a:r>
            <a:rPr lang="fr-CA" sz="1100" kern="1200" cap="none" dirty="0" err="1"/>
            <a:t>filiais</a:t>
          </a:r>
          <a:r>
            <a:rPr lang="fr-CA" sz="1100" kern="1200" cap="none" dirty="0"/>
            <a:t> e </a:t>
          </a:r>
          <a:r>
            <a:rPr lang="fr-CA" sz="1100" kern="1200" cap="none" dirty="0" err="1"/>
            <a:t>nuvem</a:t>
          </a:r>
          <a:r>
            <a:rPr lang="fr-CA" sz="1100" kern="1200" cap="none" dirty="0"/>
            <a:t>.</a:t>
          </a:r>
          <a:endParaRPr lang="en-US" sz="1100" kern="1200" dirty="0"/>
        </a:p>
      </dsp:txBody>
      <dsp:txXfrm>
        <a:off x="2242800" y="2209419"/>
        <a:ext cx="1800000" cy="1372500"/>
      </dsp:txXfrm>
    </dsp:sp>
    <dsp:sp modelId="{71B528F4-CC04-475E-BDEB-C94EC76086C5}">
      <dsp:nvSpPr>
        <dsp:cNvPr id="0" name=""/>
        <dsp:cNvSpPr/>
      </dsp:nvSpPr>
      <dsp:spPr>
        <a:xfrm>
          <a:off x="4708800" y="76941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49E0A-1BB0-4065-A15A-F806CF68E3C8}">
      <dsp:nvSpPr>
        <dsp:cNvPr id="0" name=""/>
        <dsp:cNvSpPr/>
      </dsp:nvSpPr>
      <dsp:spPr>
        <a:xfrm>
          <a:off x="4942800" y="1003419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46E96-1234-43A9-B294-7360A3BADBDE}">
      <dsp:nvSpPr>
        <dsp:cNvPr id="0" name=""/>
        <dsp:cNvSpPr/>
      </dsp:nvSpPr>
      <dsp:spPr>
        <a:xfrm>
          <a:off x="4357800" y="2209419"/>
          <a:ext cx="180000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100" b="1" kern="1200" dirty="0" err="1"/>
            <a:t>Centralizar</a:t>
          </a:r>
          <a:r>
            <a:rPr lang="fr-CA" sz="1100" b="1" kern="1200" dirty="0"/>
            <a:t> a </a:t>
          </a:r>
          <a:r>
            <a:rPr lang="fr-CA" sz="1100" b="1" kern="1200" dirty="0" err="1"/>
            <a:t>administração</a:t>
          </a:r>
          <a:r>
            <a:rPr lang="fr-CA" sz="1100" b="1" kern="1200" dirty="0"/>
            <a:t> da </a:t>
          </a:r>
          <a:r>
            <a:rPr lang="fr-CA" sz="1100" b="1" kern="1200" dirty="0" err="1"/>
            <a:t>rede</a:t>
          </a:r>
          <a:br>
            <a:rPr lang="fr-CA" sz="1100" kern="1200" dirty="0"/>
          </a:br>
          <a:r>
            <a:rPr lang="fr-CA" sz="1100" kern="1200" cap="none" dirty="0" err="1"/>
            <a:t>Utilizar</a:t>
          </a:r>
          <a:r>
            <a:rPr lang="fr-CA" sz="1100" kern="1200" cap="none" dirty="0"/>
            <a:t> o active directory para </a:t>
          </a:r>
          <a:r>
            <a:rPr lang="fr-CA" sz="1100" kern="1200" cap="none" dirty="0" err="1"/>
            <a:t>gerenciar</a:t>
          </a:r>
          <a:r>
            <a:rPr lang="fr-CA" sz="1100" kern="1200" cap="none" dirty="0"/>
            <a:t> </a:t>
          </a:r>
          <a:r>
            <a:rPr lang="fr-CA" sz="1100" kern="1200" cap="none" dirty="0" err="1"/>
            <a:t>usuários</a:t>
          </a:r>
          <a:r>
            <a:rPr lang="fr-CA" sz="1100" kern="1200" cap="none" dirty="0"/>
            <a:t>, </a:t>
          </a:r>
          <a:r>
            <a:rPr lang="fr-CA" sz="1100" kern="1200" cap="none" dirty="0" err="1"/>
            <a:t>grupos</a:t>
          </a:r>
          <a:r>
            <a:rPr lang="fr-CA" sz="1100" kern="1200" cap="none" dirty="0"/>
            <a:t> e </a:t>
          </a:r>
          <a:r>
            <a:rPr lang="fr-CA" sz="1100" kern="1200" cap="none" dirty="0" err="1"/>
            <a:t>permissões</a:t>
          </a:r>
          <a:r>
            <a:rPr lang="fr-CA" sz="1100" kern="1200" cap="none" dirty="0"/>
            <a:t> de forma </a:t>
          </a:r>
          <a:r>
            <a:rPr lang="fr-CA" sz="1100" kern="1200" cap="none" dirty="0" err="1"/>
            <a:t>centralizada</a:t>
          </a:r>
          <a:r>
            <a:rPr lang="fr-CA" sz="1100" kern="1200" cap="none" dirty="0"/>
            <a:t>, </a:t>
          </a:r>
          <a:r>
            <a:rPr lang="fr-CA" sz="1100" kern="1200" cap="none" dirty="0" err="1"/>
            <a:t>padronizando</a:t>
          </a:r>
          <a:r>
            <a:rPr lang="fr-CA" sz="1100" kern="1200" cap="none" dirty="0"/>
            <a:t> o </a:t>
          </a:r>
          <a:r>
            <a:rPr lang="fr-CA" sz="1100" kern="1200" cap="none" dirty="0" err="1"/>
            <a:t>controle</a:t>
          </a:r>
          <a:r>
            <a:rPr lang="fr-CA" sz="1100" kern="1200" cap="none" dirty="0"/>
            <a:t> de </a:t>
          </a:r>
          <a:r>
            <a:rPr lang="fr-CA" sz="1100" kern="1200" cap="none" dirty="0" err="1"/>
            <a:t>acesso</a:t>
          </a:r>
          <a:r>
            <a:rPr lang="fr-CA" sz="1100" kern="1200" cap="none" dirty="0"/>
            <a:t> na </a:t>
          </a:r>
          <a:r>
            <a:rPr lang="fr-CA" sz="1100" kern="1200" cap="none" dirty="0" err="1"/>
            <a:t>metaltech</a:t>
          </a:r>
          <a:r>
            <a:rPr lang="fr-CA" sz="1100" kern="1200" cap="none" dirty="0"/>
            <a:t>.</a:t>
          </a:r>
          <a:endParaRPr lang="en-US" sz="1100" kern="1200" dirty="0"/>
        </a:p>
      </dsp:txBody>
      <dsp:txXfrm>
        <a:off x="4357800" y="2209419"/>
        <a:ext cx="1800000" cy="1372500"/>
      </dsp:txXfrm>
    </dsp:sp>
    <dsp:sp modelId="{AF1121C2-1B81-4278-8BB5-7E89126DED91}">
      <dsp:nvSpPr>
        <dsp:cNvPr id="0" name=""/>
        <dsp:cNvSpPr/>
      </dsp:nvSpPr>
      <dsp:spPr>
        <a:xfrm>
          <a:off x="6823800" y="76941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681572-70B0-409F-9275-A643F0944978}">
      <dsp:nvSpPr>
        <dsp:cNvPr id="0" name=""/>
        <dsp:cNvSpPr/>
      </dsp:nvSpPr>
      <dsp:spPr>
        <a:xfrm>
          <a:off x="7057800" y="1003419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6FDB5B-A590-452A-A6A0-344C4B6E341F}">
      <dsp:nvSpPr>
        <dsp:cNvPr id="0" name=""/>
        <dsp:cNvSpPr/>
      </dsp:nvSpPr>
      <dsp:spPr>
        <a:xfrm>
          <a:off x="6472800" y="2209419"/>
          <a:ext cx="180000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100" b="1" kern="1200" dirty="0" err="1"/>
            <a:t>Monitorar</a:t>
          </a:r>
          <a:r>
            <a:rPr lang="fr-CA" sz="1100" b="1" kern="1200" dirty="0"/>
            <a:t> a </a:t>
          </a:r>
          <a:r>
            <a:rPr lang="fr-CA" sz="1100" b="1" kern="1200" dirty="0" err="1"/>
            <a:t>infraestrutura</a:t>
          </a:r>
          <a:br>
            <a:rPr lang="fr-CA" sz="1100" kern="1200" dirty="0"/>
          </a:br>
          <a:r>
            <a:rPr lang="fr-CA" sz="1100" kern="1200" cap="none" dirty="0" err="1"/>
            <a:t>Aplicar</a:t>
          </a:r>
          <a:r>
            <a:rPr lang="fr-CA" sz="1100" kern="1200" cap="none" dirty="0"/>
            <a:t> </a:t>
          </a:r>
          <a:r>
            <a:rPr lang="fr-CA" sz="1100" kern="1200" cap="none" dirty="0" err="1"/>
            <a:t>uma</a:t>
          </a:r>
          <a:r>
            <a:rPr lang="fr-CA" sz="1100" kern="1200" cap="none" dirty="0"/>
            <a:t> </a:t>
          </a:r>
          <a:r>
            <a:rPr lang="fr-CA" sz="1100" kern="1200" cap="none" dirty="0" err="1"/>
            <a:t>ferramenta</a:t>
          </a:r>
          <a:r>
            <a:rPr lang="fr-CA" sz="1100" kern="1200" cap="none" dirty="0"/>
            <a:t> de </a:t>
          </a:r>
          <a:r>
            <a:rPr lang="fr-CA" sz="1100" kern="1200" cap="none" dirty="0" err="1"/>
            <a:t>monitoramento</a:t>
          </a:r>
          <a:r>
            <a:rPr lang="fr-CA" sz="1100" kern="1200" cap="none" dirty="0"/>
            <a:t> para </a:t>
          </a:r>
          <a:r>
            <a:rPr lang="fr-CA" sz="1100" kern="1200" cap="none" dirty="0" err="1"/>
            <a:t>acompanhar</a:t>
          </a:r>
          <a:r>
            <a:rPr lang="fr-CA" sz="1100" kern="1200" cap="none" dirty="0"/>
            <a:t> </a:t>
          </a:r>
          <a:r>
            <a:rPr lang="fr-CA" sz="1100" kern="1200" cap="none" dirty="0" err="1"/>
            <a:t>em</a:t>
          </a:r>
          <a:r>
            <a:rPr lang="fr-CA" sz="1100" kern="1200" cap="none" dirty="0"/>
            <a:t> tempo real o </a:t>
          </a:r>
          <a:r>
            <a:rPr lang="fr-CA" sz="1100" kern="1200" cap="none" dirty="0" err="1"/>
            <a:t>desempenho</a:t>
          </a:r>
          <a:r>
            <a:rPr lang="fr-CA" sz="1100" kern="1200" cap="none" dirty="0"/>
            <a:t> dos </a:t>
          </a:r>
          <a:r>
            <a:rPr lang="fr-CA" sz="1100" kern="1200" cap="none" dirty="0" err="1"/>
            <a:t>servidores</a:t>
          </a:r>
          <a:r>
            <a:rPr lang="fr-CA" sz="1100" kern="1200" cap="none" dirty="0"/>
            <a:t> e </a:t>
          </a:r>
          <a:r>
            <a:rPr lang="fr-CA" sz="1100" kern="1200" cap="none" dirty="0" err="1"/>
            <a:t>serviços</a:t>
          </a:r>
          <a:r>
            <a:rPr lang="fr-CA" sz="1100" kern="1200" cap="none" dirty="0"/>
            <a:t> </a:t>
          </a:r>
          <a:r>
            <a:rPr lang="fr-CA" sz="1100" kern="1200" cap="none" dirty="0" err="1"/>
            <a:t>distribuídos</a:t>
          </a:r>
          <a:r>
            <a:rPr lang="fr-CA" sz="1100" kern="1200" cap="none" dirty="0"/>
            <a:t> entre os </a:t>
          </a:r>
          <a:r>
            <a:rPr lang="fr-CA" sz="1100" kern="1200" cap="none" dirty="0" err="1"/>
            <a:t>ambientes</a:t>
          </a:r>
          <a:r>
            <a:rPr lang="fr-CA" sz="1100" kern="1200" cap="none" dirty="0"/>
            <a:t>.</a:t>
          </a:r>
          <a:endParaRPr lang="en-US" sz="1100" kern="1200" dirty="0"/>
        </a:p>
      </dsp:txBody>
      <dsp:txXfrm>
        <a:off x="6472800" y="2209419"/>
        <a:ext cx="1800000" cy="1372500"/>
      </dsp:txXfrm>
    </dsp:sp>
    <dsp:sp modelId="{E22DF073-4DF4-4340-AA6F-F82EC2B6A95B}">
      <dsp:nvSpPr>
        <dsp:cNvPr id="0" name=""/>
        <dsp:cNvSpPr/>
      </dsp:nvSpPr>
      <dsp:spPr>
        <a:xfrm>
          <a:off x="8938800" y="76941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E06070-99A0-44D3-A663-DF383D5FD4C4}">
      <dsp:nvSpPr>
        <dsp:cNvPr id="0" name=""/>
        <dsp:cNvSpPr/>
      </dsp:nvSpPr>
      <dsp:spPr>
        <a:xfrm>
          <a:off x="9172800" y="1003419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A3CC3-FCF6-4B22-AB68-2D75C5A9EFB8}">
      <dsp:nvSpPr>
        <dsp:cNvPr id="0" name=""/>
        <dsp:cNvSpPr/>
      </dsp:nvSpPr>
      <dsp:spPr>
        <a:xfrm>
          <a:off x="8587800" y="2209419"/>
          <a:ext cx="180000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CA" sz="1100" b="1" kern="1200" dirty="0" err="1"/>
            <a:t>Disponibilizar</a:t>
          </a:r>
          <a:r>
            <a:rPr lang="fr-CA" sz="1100" b="1" kern="1200" dirty="0"/>
            <a:t> </a:t>
          </a:r>
          <a:r>
            <a:rPr lang="fr-CA" sz="1100" b="1" kern="1200" dirty="0" err="1"/>
            <a:t>serviços</a:t>
          </a:r>
          <a:r>
            <a:rPr lang="fr-CA" sz="1100" b="1" kern="1200" dirty="0"/>
            <a:t> via API</a:t>
          </a:r>
          <a:br>
            <a:rPr lang="fr-CA" sz="1100" kern="1200" dirty="0"/>
          </a:br>
          <a:r>
            <a:rPr lang="fr-CA" sz="1100" kern="1200" cap="none" dirty="0" err="1"/>
            <a:t>Criar</a:t>
          </a:r>
          <a:r>
            <a:rPr lang="fr-CA" sz="1100" kern="1200" cap="none" dirty="0"/>
            <a:t> e </a:t>
          </a:r>
          <a:r>
            <a:rPr lang="fr-CA" sz="1100" kern="1200" cap="none" dirty="0" err="1"/>
            <a:t>publicar</a:t>
          </a:r>
          <a:r>
            <a:rPr lang="fr-CA" sz="1100" kern="1200" cap="none" dirty="0"/>
            <a:t> </a:t>
          </a:r>
          <a:r>
            <a:rPr lang="fr-CA" sz="1100" kern="1200" cap="none" dirty="0" err="1"/>
            <a:t>uma</a:t>
          </a:r>
          <a:r>
            <a:rPr lang="fr-CA" sz="1100" kern="1200" cap="none" dirty="0"/>
            <a:t> API </a:t>
          </a:r>
          <a:r>
            <a:rPr lang="fr-CA" sz="1100" kern="1200" cap="none" dirty="0" err="1"/>
            <a:t>acessível</a:t>
          </a:r>
          <a:r>
            <a:rPr lang="fr-CA" sz="1100" kern="1200" cap="none" dirty="0"/>
            <a:t> </a:t>
          </a:r>
          <a:r>
            <a:rPr lang="fr-CA" sz="1100" kern="1200" cap="none" dirty="0" err="1"/>
            <a:t>externamente</a:t>
          </a:r>
          <a:r>
            <a:rPr lang="fr-CA" sz="1100" kern="1200" cap="none" dirty="0"/>
            <a:t> na </a:t>
          </a:r>
          <a:r>
            <a:rPr lang="fr-CA" sz="1100" kern="1200" cap="none" dirty="0" err="1"/>
            <a:t>nuvem</a:t>
          </a:r>
          <a:r>
            <a:rPr lang="fr-CA" sz="1100" kern="1200" cap="none" dirty="0"/>
            <a:t>, </a:t>
          </a:r>
          <a:r>
            <a:rPr lang="fr-CA" sz="1100" kern="1200" cap="none" dirty="0" err="1"/>
            <a:t>demonstrando</a:t>
          </a:r>
          <a:r>
            <a:rPr lang="fr-CA" sz="1100" kern="1200" cap="none" dirty="0"/>
            <a:t> a </a:t>
          </a:r>
          <a:r>
            <a:rPr lang="fr-CA" sz="1100" kern="1200" cap="none" dirty="0" err="1"/>
            <a:t>integração</a:t>
          </a:r>
          <a:r>
            <a:rPr lang="fr-CA" sz="1100" kern="1200" cap="none" dirty="0"/>
            <a:t> entre </a:t>
          </a:r>
          <a:r>
            <a:rPr lang="fr-CA" sz="1100" kern="1200" cap="none" dirty="0" err="1"/>
            <a:t>sistemas</a:t>
          </a:r>
          <a:r>
            <a:rPr lang="fr-CA" sz="1100" kern="1200" cap="none" dirty="0"/>
            <a:t> e a </a:t>
          </a:r>
          <a:r>
            <a:rPr lang="fr-CA" sz="1100" kern="1200" cap="none" dirty="0" err="1"/>
            <a:t>camada</a:t>
          </a:r>
          <a:r>
            <a:rPr lang="fr-CA" sz="1100" kern="1200" cap="none" dirty="0"/>
            <a:t> de </a:t>
          </a:r>
          <a:r>
            <a:rPr lang="fr-CA" sz="1100" kern="1200" cap="none" dirty="0" err="1"/>
            <a:t>aplicação</a:t>
          </a:r>
          <a:r>
            <a:rPr lang="fr-CA" sz="1100" kern="1200" cap="none" dirty="0"/>
            <a:t> da </a:t>
          </a:r>
          <a:r>
            <a:rPr lang="fr-CA" sz="1100" kern="1200" cap="none" dirty="0" err="1"/>
            <a:t>infraestrutura</a:t>
          </a:r>
          <a:r>
            <a:rPr lang="fr-CA" sz="1100" kern="1200" cap="none" dirty="0"/>
            <a:t> da </a:t>
          </a:r>
          <a:r>
            <a:rPr lang="fr-CA" sz="1100" kern="1200" cap="none" dirty="0" err="1"/>
            <a:t>metaltech</a:t>
          </a:r>
          <a:r>
            <a:rPr lang="fr-CA" sz="1100" kern="1200" cap="none" dirty="0"/>
            <a:t>.</a:t>
          </a:r>
          <a:endParaRPr lang="en-US" sz="1100" kern="1200" dirty="0"/>
        </a:p>
      </dsp:txBody>
      <dsp:txXfrm>
        <a:off x="8587800" y="2209419"/>
        <a:ext cx="1800000" cy="137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57BBA-9882-49F5-9057-06B97CE14F89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EB78E1-E426-4518-9D79-801E968BDD89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95350-5834-45BD-809A-55D30F037E04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INFRAESTRUTURA HÍBRIDA IMPLEMENTADA COM SUCESSO</a:t>
          </a:r>
          <a:br>
            <a:rPr lang="fr-CA" sz="1400" kern="1200" dirty="0"/>
          </a:br>
          <a:r>
            <a:rPr lang="fr-CA" sz="1400" kern="1200" dirty="0"/>
            <a:t>O </a:t>
          </a:r>
          <a:r>
            <a:rPr lang="fr-CA" sz="1400" kern="1200" dirty="0" err="1"/>
            <a:t>projeto</a:t>
          </a:r>
          <a:r>
            <a:rPr lang="fr-CA" sz="1400" kern="1200" dirty="0"/>
            <a:t> </a:t>
          </a:r>
          <a:r>
            <a:rPr lang="fr-CA" sz="1400" kern="1200" dirty="0" err="1"/>
            <a:t>atingiu</a:t>
          </a:r>
          <a:r>
            <a:rPr lang="fr-CA" sz="1400" kern="1200" dirty="0"/>
            <a:t> o </a:t>
          </a:r>
          <a:r>
            <a:rPr lang="fr-CA" sz="1400" kern="1200" dirty="0" err="1"/>
            <a:t>objetivo</a:t>
          </a:r>
          <a:r>
            <a:rPr lang="fr-CA" sz="1400" kern="1200" dirty="0"/>
            <a:t> de </a:t>
          </a:r>
          <a:r>
            <a:rPr lang="fr-CA" sz="1400" kern="1200" dirty="0" err="1"/>
            <a:t>integrar</a:t>
          </a:r>
          <a:r>
            <a:rPr lang="fr-CA" sz="1400" kern="1200" dirty="0"/>
            <a:t> </a:t>
          </a:r>
          <a:r>
            <a:rPr lang="fr-CA" sz="1400" kern="1200" dirty="0" err="1"/>
            <a:t>ambiente</a:t>
          </a:r>
          <a:r>
            <a:rPr lang="fr-CA" sz="1400" kern="1200" dirty="0"/>
            <a:t> local e </a:t>
          </a:r>
          <a:r>
            <a:rPr lang="fr-CA" sz="1400" kern="1200" dirty="0" err="1"/>
            <a:t>nuvem</a:t>
          </a:r>
          <a:r>
            <a:rPr lang="fr-CA" sz="1400" kern="1200" dirty="0"/>
            <a:t> de forma </a:t>
          </a:r>
          <a:r>
            <a:rPr lang="fr-CA" sz="1400" kern="1200" dirty="0" err="1"/>
            <a:t>funcional</a:t>
          </a:r>
          <a:r>
            <a:rPr lang="fr-CA" sz="1400" kern="1200" dirty="0"/>
            <a:t>. </a:t>
          </a:r>
          <a:endParaRPr lang="en-US" sz="1400" kern="1200" dirty="0"/>
        </a:p>
      </dsp:txBody>
      <dsp:txXfrm>
        <a:off x="1834517" y="469890"/>
        <a:ext cx="3148942" cy="1335915"/>
      </dsp:txXfrm>
    </dsp:sp>
    <dsp:sp modelId="{68AE5B94-F320-4780-970C-5DD6934ED5E0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76299-7594-4AA1-9C46-654EBB615040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D5DFE-A03F-4DB4-ADD6-1C035ADC6514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APLICAÇÃO PRÁTICA DE REDES, CLOUD E SEGURANÇA</a:t>
          </a:r>
          <a:br>
            <a:rPr lang="fr-CA" sz="1400" kern="1200" dirty="0"/>
          </a:br>
          <a:r>
            <a:rPr lang="fr-CA" sz="1400" kern="1200" dirty="0"/>
            <a:t>Foram </a:t>
          </a:r>
          <a:r>
            <a:rPr lang="fr-CA" sz="1400" kern="1200" dirty="0" err="1"/>
            <a:t>aplicados</a:t>
          </a:r>
          <a:r>
            <a:rPr lang="fr-CA" sz="1400" kern="1200" dirty="0"/>
            <a:t> </a:t>
          </a:r>
          <a:r>
            <a:rPr lang="fr-CA" sz="1400" kern="1200" dirty="0" err="1"/>
            <a:t>conhecimentos</a:t>
          </a:r>
          <a:r>
            <a:rPr lang="fr-CA" sz="1400" kern="1200" dirty="0"/>
            <a:t> de </a:t>
          </a:r>
          <a:r>
            <a:rPr lang="fr-CA" sz="1400" kern="1200" dirty="0" err="1"/>
            <a:t>administração</a:t>
          </a:r>
          <a:r>
            <a:rPr lang="fr-CA" sz="1400" kern="1200" dirty="0"/>
            <a:t> de </a:t>
          </a:r>
          <a:r>
            <a:rPr lang="fr-CA" sz="1400" kern="1200" dirty="0" err="1"/>
            <a:t>redes</a:t>
          </a:r>
          <a:r>
            <a:rPr lang="fr-CA" sz="1400" kern="1200" dirty="0"/>
            <a:t>, </a:t>
          </a:r>
          <a:r>
            <a:rPr lang="fr-CA" sz="1400" kern="1200" dirty="0" err="1"/>
            <a:t>computação</a:t>
          </a:r>
          <a:r>
            <a:rPr lang="fr-CA" sz="1400" kern="1200" dirty="0"/>
            <a:t> </a:t>
          </a:r>
          <a:r>
            <a:rPr lang="fr-CA" sz="1400" kern="1200" dirty="0" err="1"/>
            <a:t>em</a:t>
          </a:r>
          <a:r>
            <a:rPr lang="fr-CA" sz="1400" kern="1200" dirty="0"/>
            <a:t> </a:t>
          </a:r>
          <a:r>
            <a:rPr lang="fr-CA" sz="1400" kern="1200" dirty="0" err="1"/>
            <a:t>nuvem</a:t>
          </a:r>
          <a:r>
            <a:rPr lang="fr-CA" sz="1400" kern="1200" dirty="0"/>
            <a:t>, </a:t>
          </a:r>
          <a:r>
            <a:rPr lang="fr-CA" sz="1400" kern="1200" dirty="0" err="1"/>
            <a:t>monitoramento</a:t>
          </a:r>
          <a:r>
            <a:rPr lang="fr-CA" sz="1400" kern="1200" dirty="0"/>
            <a:t> e </a:t>
          </a:r>
          <a:r>
            <a:rPr lang="fr-CA" sz="1400" kern="1200" dirty="0" err="1"/>
            <a:t>segurança</a:t>
          </a:r>
          <a:r>
            <a:rPr lang="fr-CA" sz="1400" kern="1200" dirty="0"/>
            <a:t> da </a:t>
          </a:r>
          <a:r>
            <a:rPr lang="fr-CA" sz="1400" kern="1200" dirty="0" err="1"/>
            <a:t>informação</a:t>
          </a:r>
          <a:r>
            <a:rPr lang="fr-CA" sz="1400" kern="1200" dirty="0"/>
            <a:t>. </a:t>
          </a:r>
          <a:endParaRPr lang="en-US" sz="1400" kern="1200" dirty="0"/>
        </a:p>
      </dsp:txBody>
      <dsp:txXfrm>
        <a:off x="7154322" y="469890"/>
        <a:ext cx="3148942" cy="1335915"/>
      </dsp:txXfrm>
    </dsp:sp>
    <dsp:sp modelId="{3F578246-87C3-492F-ABDA-B1E63DAC2C8D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CB62F-B959-4BCE-9B97-7898AF6329DE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33D7B-CBF1-4C3D-B5A5-E145A04026C4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SOLUÇÃO ESCALÁVEL E MODERNA</a:t>
          </a:r>
          <a:br>
            <a:rPr lang="fr-CA" sz="1400" kern="1200" dirty="0"/>
          </a:br>
          <a:r>
            <a:rPr lang="fr-CA" sz="1400" kern="1200" dirty="0"/>
            <a:t>A </a:t>
          </a:r>
          <a:r>
            <a:rPr lang="fr-CA" sz="1400" kern="1200" dirty="0" err="1"/>
            <a:t>arquitetura</a:t>
          </a:r>
          <a:r>
            <a:rPr lang="fr-CA" sz="1400" kern="1200" dirty="0"/>
            <a:t> </a:t>
          </a:r>
          <a:r>
            <a:rPr lang="fr-CA" sz="1400" kern="1200" dirty="0" err="1"/>
            <a:t>desenvolvida</a:t>
          </a:r>
          <a:r>
            <a:rPr lang="fr-CA" sz="1400" kern="1200" dirty="0"/>
            <a:t> </a:t>
          </a:r>
          <a:r>
            <a:rPr lang="fr-CA" sz="1400" kern="1200" dirty="0" err="1"/>
            <a:t>permite</a:t>
          </a:r>
          <a:r>
            <a:rPr lang="fr-CA" sz="1400" kern="1200" dirty="0"/>
            <a:t> </a:t>
          </a:r>
          <a:r>
            <a:rPr lang="fr-CA" sz="1400" kern="1200" dirty="0" err="1"/>
            <a:t>expansão</a:t>
          </a:r>
          <a:r>
            <a:rPr lang="fr-CA" sz="1400" kern="1200" dirty="0"/>
            <a:t> e </a:t>
          </a:r>
          <a:r>
            <a:rPr lang="fr-CA" sz="1400" kern="1200" dirty="0" err="1"/>
            <a:t>adaptação</a:t>
          </a:r>
          <a:r>
            <a:rPr lang="fr-CA" sz="1400" kern="1200" dirty="0"/>
            <a:t> a </a:t>
          </a:r>
          <a:r>
            <a:rPr lang="fr-CA" sz="1400" kern="1200" dirty="0" err="1"/>
            <a:t>diferentes</a:t>
          </a:r>
          <a:r>
            <a:rPr lang="fr-CA" sz="1400" kern="1200" dirty="0"/>
            <a:t> </a:t>
          </a:r>
          <a:r>
            <a:rPr lang="fr-CA" sz="1400" kern="1200" dirty="0" err="1"/>
            <a:t>cenários</a:t>
          </a:r>
          <a:r>
            <a:rPr lang="fr-CA" sz="1400" kern="1200" dirty="0"/>
            <a:t> </a:t>
          </a:r>
          <a:r>
            <a:rPr lang="fr-CA" sz="1400" kern="1200" dirty="0" err="1"/>
            <a:t>corporativos</a:t>
          </a:r>
          <a:r>
            <a:rPr lang="fr-CA" sz="1400" kern="1200" dirty="0"/>
            <a:t>. </a:t>
          </a:r>
          <a:endParaRPr lang="en-US" sz="1400" kern="1200" dirty="0"/>
        </a:p>
      </dsp:txBody>
      <dsp:txXfrm>
        <a:off x="1834517" y="2545532"/>
        <a:ext cx="3148942" cy="1335915"/>
      </dsp:txXfrm>
    </dsp:sp>
    <dsp:sp modelId="{E03CE39C-0217-442A-8E4A-0D7338C9A24B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5A862B-46A3-41EA-9511-7D50E72F3517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385E4-BCDD-46C1-BA69-2A0DDDA75746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ALINHADA AO MERCADO DE TI</a:t>
          </a:r>
          <a:br>
            <a:rPr lang="fr-CA" sz="1400" kern="1200" dirty="0"/>
          </a:br>
          <a:r>
            <a:rPr lang="fr-CA" sz="1400" kern="1200" dirty="0"/>
            <a:t>A </a:t>
          </a:r>
          <a:r>
            <a:rPr lang="fr-CA" sz="1400" kern="1200" dirty="0" err="1"/>
            <a:t>solução</a:t>
          </a:r>
          <a:r>
            <a:rPr lang="fr-CA" sz="1400" kern="1200" dirty="0"/>
            <a:t> </a:t>
          </a:r>
          <a:r>
            <a:rPr lang="fr-CA" sz="1400" kern="1200" dirty="0" err="1"/>
            <a:t>segue</a:t>
          </a:r>
          <a:r>
            <a:rPr lang="fr-CA" sz="1400" kern="1200" dirty="0"/>
            <a:t> </a:t>
          </a:r>
          <a:r>
            <a:rPr lang="fr-CA" sz="1400" kern="1200" dirty="0" err="1"/>
            <a:t>práticas</a:t>
          </a:r>
          <a:r>
            <a:rPr lang="fr-CA" sz="1400" kern="1200" dirty="0"/>
            <a:t> </a:t>
          </a:r>
          <a:r>
            <a:rPr lang="fr-CA" sz="1400" kern="1200" dirty="0" err="1"/>
            <a:t>atuais</a:t>
          </a:r>
          <a:r>
            <a:rPr lang="fr-CA" sz="1400" kern="1200" dirty="0"/>
            <a:t> </a:t>
          </a:r>
          <a:r>
            <a:rPr lang="fr-CA" sz="1400" kern="1200" dirty="0" err="1"/>
            <a:t>utilizadas</a:t>
          </a:r>
          <a:r>
            <a:rPr lang="fr-CA" sz="1400" kern="1200" dirty="0"/>
            <a:t> </a:t>
          </a:r>
          <a:r>
            <a:rPr lang="fr-CA" sz="1400" kern="1200" dirty="0" err="1"/>
            <a:t>em</a:t>
          </a:r>
          <a:r>
            <a:rPr lang="fr-CA" sz="1400" kern="1200" dirty="0"/>
            <a:t> </a:t>
          </a:r>
          <a:r>
            <a:rPr lang="fr-CA" sz="1400" kern="1200" dirty="0" err="1"/>
            <a:t>ambientes</a:t>
          </a:r>
          <a:r>
            <a:rPr lang="fr-CA" sz="1400" kern="1200" dirty="0"/>
            <a:t> </a:t>
          </a:r>
          <a:r>
            <a:rPr lang="fr-CA" sz="1400" kern="1200" dirty="0" err="1"/>
            <a:t>corporativos</a:t>
          </a:r>
          <a:r>
            <a:rPr lang="fr-CA" sz="1400" kern="1200" dirty="0"/>
            <a:t> </a:t>
          </a:r>
          <a:r>
            <a:rPr lang="fr-CA" sz="1400" kern="1200" dirty="0" err="1"/>
            <a:t>reais</a:t>
          </a:r>
          <a:r>
            <a:rPr lang="fr-CA" sz="1400" kern="1200" dirty="0"/>
            <a:t>, </a:t>
          </a:r>
          <a:r>
            <a:rPr lang="fr-CA" sz="1400" kern="1200" dirty="0" err="1"/>
            <a:t>como</a:t>
          </a:r>
          <a:r>
            <a:rPr lang="fr-CA" sz="1400" kern="1200" dirty="0"/>
            <a:t> cloud </a:t>
          </a:r>
          <a:r>
            <a:rPr lang="fr-CA" sz="1400" kern="1200" dirty="0" err="1"/>
            <a:t>computing</a:t>
          </a:r>
          <a:r>
            <a:rPr lang="fr-CA" sz="1400" kern="1200" dirty="0"/>
            <a:t> e </a:t>
          </a:r>
          <a:r>
            <a:rPr lang="fr-CA" sz="1400" kern="1200" dirty="0" err="1"/>
            <a:t>infraestrutura</a:t>
          </a:r>
          <a:r>
            <a:rPr lang="fr-CA" sz="1400" kern="1200" dirty="0"/>
            <a:t> </a:t>
          </a:r>
          <a:r>
            <a:rPr lang="fr-CA" sz="1400" kern="1200" dirty="0" err="1"/>
            <a:t>híbrida</a:t>
          </a:r>
          <a:r>
            <a:rPr lang="fr-CA" sz="1400" kern="1200" dirty="0"/>
            <a:t>.</a:t>
          </a:r>
          <a:endParaRPr lang="en-US" sz="1400" kern="1200" dirty="0"/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475EF-5B1F-B642-8AFD-B87F8ED998AA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8A584-CA2E-DE47-A150-3BBCB5D0A7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64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8A584-CA2E-DE47-A150-3BBCB5D0A77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542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05F5E-E815-2E7B-5449-4FE829816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D5B08F-B4C5-466D-F282-76CD2BFDF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FB299C-7BF5-8CD5-4CD1-53B0555B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D8FABE-1BF3-4973-E150-7A2DB0C3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50F65C-1B1D-69EB-8CA4-48F41571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681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8CEC9D-0A33-7E29-85AA-984EFF44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CF8543-5630-3873-3878-05CF55DF9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696589-D298-646C-8E6E-81BEE753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6EDF7E-4225-0404-9DF9-155295F7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A20DAB-AF78-15C4-FC00-0104747E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565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44C394-30A3-518C-2F59-934E6AF00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5B99B5-6EE6-BD7D-1814-EF2EED3DD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9F90C5-F5BE-5117-69EA-A173E854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FDF01B-D85E-9A25-6FEB-A27FBB9C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253C0F-993B-171B-BD59-A6C277CD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93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9713B4-D67D-78AA-BFF2-7A43CC73F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5C7165-5007-7663-F439-67D7695EC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D52231-5DA0-87A1-956B-4F26E0983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336CFB-8871-88A1-A372-5756F100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E64B58-1138-D543-76EE-0738F40C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9A40B8-8D2D-EF2D-41FA-F8C63E60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0999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BFE7E7-492D-47EE-2737-F182A3D80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873243-484C-6ACA-86B2-9BB9F43E9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775185-A715-E178-2F3F-E0E08CA80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2EB1A74-4033-64B8-A9B9-B6691E492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46E2211-9E67-5DDF-0CEF-95880A2A2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A36397-7DBF-DD10-04D2-C68D11CA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4ACFB4-E8FC-5095-121A-9B3B5116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96CC9D3-5500-F082-BFA5-0782F986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551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D4091-0156-B12E-0FAE-F5B3EB5A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02A208D-48F1-1685-7CB5-AE5E004F4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F4A943-8A27-AFCF-3DB2-4A3D1A29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DBC78A-28A5-2D62-F359-97D5264D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128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A432D3B-BE4B-36CF-302B-EBE1AE85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440839C-E048-456E-C0C0-5D8B5413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9CAB9C-264B-72FC-4C9B-BF4CDB51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12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95413-1D0F-2127-FC13-4C5EE5A11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1599CD-76F7-FEF6-B304-F05E22CF3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DF2708D-DC31-804C-73B5-228EAC1A3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44BC71-362D-0737-E74F-C62F54424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4ACE3A-3210-0375-0646-1CB987F4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5E5601-F3DD-832B-D4DE-C9F1028A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70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3A8723-65DB-8538-148B-FA48885D0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350DD9C-6BA3-722B-8896-64C1D7BDF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95D860-9DB2-2A15-08A0-B2329180A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D5DD5A-0602-9989-2FBA-6BBFB0EF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BCFAB9-BC7C-B893-FF52-D56686D0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0DD792-6BD9-2C2C-9894-57E495412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70BF8-5813-F9EC-72D7-09BDD354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1CBF37F-A03E-1833-E497-33762E2CF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439EF6-A168-5A79-8DEE-6B3B2FDB6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536F3A-F964-AC8C-9227-E62E7B76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487FE5-175E-E69D-2476-8BCE54AE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3519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E991B08-E9D4-3858-E0BF-87B8F827C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5EE6DB-7ECF-10A4-BC05-2795C54DF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534190-E193-C237-0796-18823B982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69A08C-6754-5AB2-FD50-D184B89A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9A18AD-0AC0-3688-F0EE-966821E8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0FE9391-79ED-73BC-3910-E7C1A2B6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6F115B-E27E-58EE-50BE-31C76A6B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995DD4-FCE9-E005-5D44-3769664DE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A8BB9B-A19B-7340-B572-D1E28008F7F8}" type="datetimeFigureOut">
              <a:rPr lang="fr-FR" smtClean="0"/>
              <a:t>15/06/2026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E8B0E6-1F60-2E39-2E6D-23C7916CE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7F58F6-5EAB-3B60-3724-E1413303B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6CB49-5DC7-BA4A-99F8-BD8CE51E0E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71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6EDAB0-1666-555C-0703-2A6C8FAA1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PROJETO DE INFRAESTRUTURA DE REDE</a:t>
            </a:r>
            <a:r>
              <a:rPr lang="en-US" sz="32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br>
              <a:rPr lang="en-US" sz="32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32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Infraestrutura Híbrida: Integração entre Ambiente Local e Cloud</a:t>
            </a: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A025ABBD-6790-F0B6-A7F8-AC4663558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CURSO: Sistemas de Informação – EAD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algn="l"/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algn="l"/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ALUNOS: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algn="l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Ana Clara Rodrigues de Araújo</a:t>
            </a:r>
          </a:p>
          <a:p>
            <a:pPr algn="l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Ingrid Rebeca Silva</a:t>
            </a:r>
          </a:p>
          <a:p>
            <a:pPr algn="l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Isabelle Alves de Lima</a:t>
            </a:r>
          </a:p>
          <a:p>
            <a:pPr algn="l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Pedro Henrique Barroso Ribeiro dos Santos</a:t>
            </a:r>
            <a:br>
              <a:rPr lang="en-US" sz="200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Saulo de Tarso Morais Ribeiro</a:t>
            </a:r>
          </a:p>
          <a:p>
            <a:pPr algn="l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Vitor de Castro Coelho.</a:t>
            </a:r>
          </a:p>
          <a:p>
            <a:pPr algn="l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 </a:t>
            </a:r>
          </a:p>
          <a:p>
            <a:pPr algn="l"/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INSTRUTOR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:</a:t>
            </a:r>
          </a:p>
          <a:p>
            <a:pPr algn="l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Alexandre Teixeira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drawing">
            <a:extLst>
              <a:ext uri="{FF2B5EF4-FFF2-40B4-BE49-F238E27FC236}">
                <a16:creationId xmlns:a16="http://schemas.microsoft.com/office/drawing/2014/main" id="{8F30CF9D-2630-9350-D33B-62B5A5CFF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0149" y="132021"/>
            <a:ext cx="1219200" cy="5334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4A4781B-BCCC-2907-CFC4-8A6F9DB61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111" y="4578254"/>
            <a:ext cx="3324863" cy="216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57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9427C-BB62-3305-8CA1-A57B5D54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Contexto</a:t>
            </a:r>
            <a:endParaRPr lang="fr-FR" dirty="0"/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2A7ED9DB-0B06-0166-7316-508BF7625A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073421"/>
              </p:ext>
            </p:extLst>
          </p:nvPr>
        </p:nvGraphicFramePr>
        <p:xfrm>
          <a:off x="838200" y="1403498"/>
          <a:ext cx="10515600" cy="477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466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BB36FF-76E1-2698-A5A9-4890467D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 b="1">
                <a:solidFill>
                  <a:srgbClr val="FFFFFF"/>
                </a:solidFill>
              </a:rPr>
              <a:t>Problema</a:t>
            </a:r>
            <a:endParaRPr lang="fr-FR" sz="4000">
              <a:solidFill>
                <a:srgbClr val="FFFFFF"/>
              </a:solidFill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2904C013-3320-CC60-1DAC-8B9DEC717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fr-CA" sz="2000" b="1" dirty="0" err="1"/>
              <a:t>Integração</a:t>
            </a:r>
            <a:r>
              <a:rPr lang="fr-CA" sz="2000" b="1" dirty="0"/>
              <a:t> de </a:t>
            </a:r>
            <a:r>
              <a:rPr lang="fr-CA" sz="2000" b="1" dirty="0" err="1"/>
              <a:t>ambientes</a:t>
            </a:r>
            <a:r>
              <a:rPr lang="fr-CA" sz="2000" b="1" dirty="0"/>
              <a:t> </a:t>
            </a:r>
            <a:r>
              <a:rPr lang="fr-CA" sz="2000" b="1" dirty="0" err="1"/>
              <a:t>híbridos</a:t>
            </a:r>
            <a:br>
              <a:rPr lang="fr-CA" sz="2000" dirty="0"/>
            </a:br>
            <a:r>
              <a:rPr lang="fr-CA" sz="2000" dirty="0"/>
              <a:t>A </a:t>
            </a:r>
            <a:r>
              <a:rPr lang="fr-CA" sz="2000" dirty="0" err="1"/>
              <a:t>MetalTech</a:t>
            </a:r>
            <a:r>
              <a:rPr lang="fr-CA" sz="2000" dirty="0"/>
              <a:t> </a:t>
            </a:r>
            <a:r>
              <a:rPr lang="fr-CA" sz="2000" dirty="0" err="1"/>
              <a:t>utiliza</a:t>
            </a:r>
            <a:r>
              <a:rPr lang="fr-CA" sz="2000" dirty="0"/>
              <a:t> </a:t>
            </a:r>
            <a:r>
              <a:rPr lang="fr-CA" sz="2000" dirty="0" err="1"/>
              <a:t>infraestrutura</a:t>
            </a:r>
            <a:r>
              <a:rPr lang="fr-CA" sz="2000" dirty="0"/>
              <a:t> local na </a:t>
            </a:r>
            <a:r>
              <a:rPr lang="fr-CA" sz="2000" dirty="0" err="1"/>
              <a:t>matriz</a:t>
            </a:r>
            <a:r>
              <a:rPr lang="fr-CA" sz="2000" dirty="0"/>
              <a:t> e </a:t>
            </a:r>
            <a:r>
              <a:rPr lang="fr-CA" sz="2000" dirty="0" err="1"/>
              <a:t>serviços</a:t>
            </a:r>
            <a:r>
              <a:rPr lang="fr-CA" sz="2000" dirty="0"/>
              <a:t> </a:t>
            </a:r>
            <a:r>
              <a:rPr lang="fr-CA" sz="2000" dirty="0" err="1"/>
              <a:t>em</a:t>
            </a:r>
            <a:r>
              <a:rPr lang="fr-CA" sz="2000" dirty="0"/>
              <a:t> </a:t>
            </a:r>
            <a:r>
              <a:rPr lang="fr-CA" sz="2000" dirty="0" err="1"/>
              <a:t>nuvem</a:t>
            </a:r>
            <a:r>
              <a:rPr lang="fr-CA" sz="2000" dirty="0"/>
              <a:t> para </a:t>
            </a:r>
            <a:r>
              <a:rPr lang="fr-CA" sz="2000" dirty="0" err="1"/>
              <a:t>suportar</a:t>
            </a:r>
            <a:r>
              <a:rPr lang="fr-CA" sz="2000" dirty="0"/>
              <a:t> suas </a:t>
            </a:r>
            <a:r>
              <a:rPr lang="fr-CA" sz="2000" dirty="0" err="1"/>
              <a:t>operações</a:t>
            </a:r>
            <a:r>
              <a:rPr lang="fr-CA" sz="2000" dirty="0"/>
              <a:t>, o que </a:t>
            </a:r>
            <a:r>
              <a:rPr lang="fr-CA" sz="2000" dirty="0" err="1"/>
              <a:t>torna</a:t>
            </a:r>
            <a:r>
              <a:rPr lang="fr-CA" sz="2000" dirty="0"/>
              <a:t> a </a:t>
            </a:r>
            <a:r>
              <a:rPr lang="fr-CA" sz="2000" dirty="0" err="1"/>
              <a:t>integração</a:t>
            </a:r>
            <a:r>
              <a:rPr lang="fr-CA" sz="2000" dirty="0"/>
              <a:t> entre esses </a:t>
            </a:r>
            <a:r>
              <a:rPr lang="fr-CA" sz="2000" dirty="0" err="1"/>
              <a:t>ambientes</a:t>
            </a:r>
            <a:r>
              <a:rPr lang="fr-CA" sz="2000" dirty="0"/>
              <a:t> mais complexa e </a:t>
            </a:r>
            <a:r>
              <a:rPr lang="fr-CA" sz="2000" dirty="0" err="1"/>
              <a:t>desafiadora</a:t>
            </a:r>
            <a:r>
              <a:rPr lang="fr-CA" sz="2000" dirty="0"/>
              <a:t>.</a:t>
            </a:r>
          </a:p>
          <a:p>
            <a:pPr marL="0" indent="0">
              <a:buNone/>
            </a:pPr>
            <a:r>
              <a:rPr lang="fr-CA" sz="2000" b="1" dirty="0" err="1"/>
              <a:t>Gerenciamento</a:t>
            </a:r>
            <a:r>
              <a:rPr lang="fr-CA" sz="2000" b="1" dirty="0"/>
              <a:t> </a:t>
            </a:r>
            <a:r>
              <a:rPr lang="fr-CA" sz="2000" b="1" dirty="0" err="1"/>
              <a:t>centralizado</a:t>
            </a:r>
            <a:r>
              <a:rPr lang="fr-CA" sz="2000" b="1" dirty="0"/>
              <a:t> da </a:t>
            </a:r>
            <a:r>
              <a:rPr lang="fr-CA" sz="2000" b="1" dirty="0" err="1"/>
              <a:t>infraestrutura</a:t>
            </a:r>
            <a:br>
              <a:rPr lang="fr-CA" sz="2000" dirty="0"/>
            </a:br>
            <a:r>
              <a:rPr lang="fr-CA" sz="2000" dirty="0"/>
              <a:t>Existe </a:t>
            </a:r>
            <a:r>
              <a:rPr lang="fr-CA" sz="2000" dirty="0" err="1"/>
              <a:t>dificuldade</a:t>
            </a:r>
            <a:r>
              <a:rPr lang="fr-CA" sz="2000" dirty="0"/>
              <a:t> </a:t>
            </a:r>
            <a:r>
              <a:rPr lang="fr-CA" sz="2000" dirty="0" err="1"/>
              <a:t>em</a:t>
            </a:r>
            <a:r>
              <a:rPr lang="fr-CA" sz="2000" dirty="0"/>
              <a:t> </a:t>
            </a:r>
            <a:r>
              <a:rPr lang="fr-CA" sz="2000" dirty="0" err="1"/>
              <a:t>administrar</a:t>
            </a:r>
            <a:r>
              <a:rPr lang="fr-CA" sz="2000" dirty="0"/>
              <a:t> </a:t>
            </a:r>
            <a:r>
              <a:rPr lang="fr-CA" sz="2000" dirty="0" err="1"/>
              <a:t>usuários</a:t>
            </a:r>
            <a:r>
              <a:rPr lang="fr-CA" sz="2000" dirty="0"/>
              <a:t>, </a:t>
            </a:r>
            <a:r>
              <a:rPr lang="fr-CA" sz="2000" dirty="0" err="1"/>
              <a:t>permissões</a:t>
            </a:r>
            <a:r>
              <a:rPr lang="fr-CA" sz="2000" dirty="0"/>
              <a:t>, </a:t>
            </a:r>
            <a:r>
              <a:rPr lang="fr-CA" sz="2000" dirty="0" err="1"/>
              <a:t>recursos</a:t>
            </a:r>
            <a:r>
              <a:rPr lang="fr-CA" sz="2000" dirty="0"/>
              <a:t> e </a:t>
            </a:r>
            <a:r>
              <a:rPr lang="fr-CA" sz="2000" dirty="0" err="1"/>
              <a:t>políticas</a:t>
            </a:r>
            <a:r>
              <a:rPr lang="fr-CA" sz="2000" dirty="0"/>
              <a:t> de forma </a:t>
            </a:r>
            <a:r>
              <a:rPr lang="fr-CA" sz="2000" dirty="0" err="1"/>
              <a:t>unificada</a:t>
            </a:r>
            <a:r>
              <a:rPr lang="fr-CA" sz="2000" dirty="0"/>
              <a:t>, </a:t>
            </a:r>
            <a:r>
              <a:rPr lang="fr-CA" sz="2000" dirty="0" err="1"/>
              <a:t>considerando</a:t>
            </a:r>
            <a:r>
              <a:rPr lang="fr-CA" sz="2000" dirty="0"/>
              <a:t> que os </a:t>
            </a:r>
            <a:r>
              <a:rPr lang="fr-CA" sz="2000" dirty="0" err="1"/>
              <a:t>sistemas</a:t>
            </a:r>
            <a:r>
              <a:rPr lang="fr-CA" sz="2000" dirty="0"/>
              <a:t> </a:t>
            </a:r>
            <a:r>
              <a:rPr lang="fr-CA" sz="2000" dirty="0" err="1"/>
              <a:t>estão</a:t>
            </a:r>
            <a:r>
              <a:rPr lang="fr-CA" sz="2000" dirty="0"/>
              <a:t> </a:t>
            </a:r>
            <a:r>
              <a:rPr lang="fr-CA" sz="2000" dirty="0" err="1"/>
              <a:t>distribuídos</a:t>
            </a:r>
            <a:r>
              <a:rPr lang="fr-CA" sz="2000" dirty="0"/>
              <a:t> entre </a:t>
            </a:r>
            <a:r>
              <a:rPr lang="fr-CA" sz="2000" dirty="0" err="1"/>
              <a:t>matriz</a:t>
            </a:r>
            <a:r>
              <a:rPr lang="fr-CA" sz="2000" dirty="0"/>
              <a:t> e </a:t>
            </a:r>
            <a:r>
              <a:rPr lang="fr-CA" sz="2000" dirty="0" err="1"/>
              <a:t>filiais</a:t>
            </a:r>
            <a:r>
              <a:rPr lang="fr-CA" sz="2000" dirty="0"/>
              <a:t>.</a:t>
            </a:r>
          </a:p>
          <a:p>
            <a:pPr marL="0" indent="0">
              <a:buNone/>
            </a:pPr>
            <a:r>
              <a:rPr lang="fr-CA" sz="2000" b="1" dirty="0" err="1"/>
              <a:t>Monitoramento</a:t>
            </a:r>
            <a:r>
              <a:rPr lang="fr-CA" sz="2000" b="1" dirty="0"/>
              <a:t> dos </a:t>
            </a:r>
            <a:r>
              <a:rPr lang="fr-CA" sz="2000" b="1" dirty="0" err="1"/>
              <a:t>recursos</a:t>
            </a:r>
            <a:r>
              <a:rPr lang="fr-CA" sz="2000" b="1" dirty="0"/>
              <a:t> de TI</a:t>
            </a:r>
            <a:br>
              <a:rPr lang="fr-CA" sz="2000" dirty="0"/>
            </a:br>
            <a:r>
              <a:rPr lang="fr-CA" sz="2000" dirty="0" err="1"/>
              <a:t>Em</a:t>
            </a:r>
            <a:r>
              <a:rPr lang="fr-CA" sz="2000" dirty="0"/>
              <a:t> um </a:t>
            </a:r>
            <a:r>
              <a:rPr lang="fr-CA" sz="2000" dirty="0" err="1"/>
              <a:t>ambiente</a:t>
            </a:r>
            <a:r>
              <a:rPr lang="fr-CA" sz="2000" dirty="0"/>
              <a:t> </a:t>
            </a:r>
            <a:r>
              <a:rPr lang="fr-CA" sz="2000" dirty="0" err="1"/>
              <a:t>híbrido</a:t>
            </a:r>
            <a:r>
              <a:rPr lang="fr-CA" sz="2000" dirty="0"/>
              <a:t> e </a:t>
            </a:r>
            <a:r>
              <a:rPr lang="fr-CA" sz="2000" dirty="0" err="1"/>
              <a:t>distribuído</a:t>
            </a:r>
            <a:r>
              <a:rPr lang="fr-CA" sz="2000" dirty="0"/>
              <a:t>, </a:t>
            </a:r>
            <a:r>
              <a:rPr lang="fr-CA" sz="2000" dirty="0" err="1"/>
              <a:t>é</a:t>
            </a:r>
            <a:r>
              <a:rPr lang="fr-CA" sz="2000" dirty="0"/>
              <a:t> </a:t>
            </a:r>
            <a:r>
              <a:rPr lang="fr-CA" sz="2000" dirty="0" err="1"/>
              <a:t>essencial</a:t>
            </a:r>
            <a:r>
              <a:rPr lang="fr-CA" sz="2000" dirty="0"/>
              <a:t> </a:t>
            </a:r>
            <a:r>
              <a:rPr lang="fr-CA" sz="2000" dirty="0" err="1"/>
              <a:t>acompanhar</a:t>
            </a:r>
            <a:r>
              <a:rPr lang="fr-CA" sz="2000" dirty="0"/>
              <a:t> o </a:t>
            </a:r>
            <a:r>
              <a:rPr lang="fr-CA" sz="2000" dirty="0" err="1"/>
              <a:t>desempenho</a:t>
            </a:r>
            <a:r>
              <a:rPr lang="fr-CA" sz="2000" dirty="0"/>
              <a:t> da </a:t>
            </a:r>
            <a:r>
              <a:rPr lang="fr-CA" sz="2000" dirty="0" err="1"/>
              <a:t>infraestrutura</a:t>
            </a:r>
            <a:r>
              <a:rPr lang="fr-CA" sz="2000" dirty="0"/>
              <a:t> </a:t>
            </a:r>
            <a:r>
              <a:rPr lang="fr-CA" sz="2000" dirty="0" err="1"/>
              <a:t>em</a:t>
            </a:r>
            <a:r>
              <a:rPr lang="fr-CA" sz="2000" dirty="0"/>
              <a:t> tempo real, </a:t>
            </a:r>
            <a:r>
              <a:rPr lang="fr-CA" sz="2000" dirty="0" err="1"/>
              <a:t>garantindo</a:t>
            </a:r>
            <a:r>
              <a:rPr lang="fr-CA" sz="2000" dirty="0"/>
              <a:t> </a:t>
            </a:r>
            <a:r>
              <a:rPr lang="fr-CA" sz="2000" dirty="0" err="1"/>
              <a:t>disponibilidade</a:t>
            </a:r>
            <a:r>
              <a:rPr lang="fr-CA" sz="2000" dirty="0"/>
              <a:t> e </a:t>
            </a:r>
            <a:r>
              <a:rPr lang="fr-CA" sz="2000" dirty="0" err="1"/>
              <a:t>evitando</a:t>
            </a:r>
            <a:r>
              <a:rPr lang="fr-CA" sz="2000" dirty="0"/>
              <a:t> </a:t>
            </a:r>
            <a:r>
              <a:rPr lang="fr-CA" sz="2000" dirty="0" err="1"/>
              <a:t>falhas</a:t>
            </a:r>
            <a:r>
              <a:rPr lang="fr-CA" sz="2000" dirty="0"/>
              <a:t> </a:t>
            </a:r>
            <a:r>
              <a:rPr lang="fr-CA" sz="2000" dirty="0" err="1"/>
              <a:t>operacionais</a:t>
            </a:r>
            <a:r>
              <a:rPr lang="fr-CA" sz="2000" dirty="0"/>
              <a:t>.</a:t>
            </a:r>
          </a:p>
          <a:p>
            <a:pPr marL="0" indent="0">
              <a:buNone/>
            </a:pPr>
            <a:r>
              <a:rPr lang="fr-CA" sz="2000" b="1" dirty="0" err="1"/>
              <a:t>Segurança</a:t>
            </a:r>
            <a:r>
              <a:rPr lang="fr-CA" sz="2000" b="1" dirty="0"/>
              <a:t> e </a:t>
            </a:r>
            <a:r>
              <a:rPr lang="fr-CA" sz="2000" b="1" dirty="0" err="1"/>
              <a:t>controle</a:t>
            </a:r>
            <a:r>
              <a:rPr lang="fr-CA" sz="2000" b="1" dirty="0"/>
              <a:t> de </a:t>
            </a:r>
            <a:r>
              <a:rPr lang="fr-CA" sz="2000" b="1" dirty="0" err="1"/>
              <a:t>acesso</a:t>
            </a:r>
            <a:br>
              <a:rPr lang="fr-CA" sz="2000" dirty="0"/>
            </a:br>
            <a:r>
              <a:rPr lang="fr-CA" sz="2000" dirty="0"/>
              <a:t>A </a:t>
            </a:r>
            <a:r>
              <a:rPr lang="fr-CA" sz="2000" dirty="0" err="1"/>
              <a:t>distribuição</a:t>
            </a:r>
            <a:r>
              <a:rPr lang="fr-CA" sz="2000" dirty="0"/>
              <a:t> dos </a:t>
            </a:r>
            <a:r>
              <a:rPr lang="fr-CA" sz="2000" dirty="0" err="1"/>
              <a:t>sistemas</a:t>
            </a:r>
            <a:r>
              <a:rPr lang="fr-CA" sz="2000" dirty="0"/>
              <a:t> e a </a:t>
            </a:r>
            <a:r>
              <a:rPr lang="fr-CA" sz="2000" dirty="0" err="1"/>
              <a:t>presença</a:t>
            </a:r>
            <a:r>
              <a:rPr lang="fr-CA" sz="2000" dirty="0"/>
              <a:t> de </a:t>
            </a:r>
            <a:r>
              <a:rPr lang="fr-CA" sz="2000" dirty="0" err="1"/>
              <a:t>diferentes</a:t>
            </a:r>
            <a:r>
              <a:rPr lang="fr-CA" sz="2000" dirty="0"/>
              <a:t> </a:t>
            </a:r>
            <a:r>
              <a:rPr lang="fr-CA" sz="2000" dirty="0" err="1"/>
              <a:t>unidades</a:t>
            </a:r>
            <a:r>
              <a:rPr lang="fr-CA" sz="2000" dirty="0"/>
              <a:t> </a:t>
            </a:r>
            <a:r>
              <a:rPr lang="fr-CA" sz="2000" dirty="0" err="1"/>
              <a:t>aumentam</a:t>
            </a:r>
            <a:r>
              <a:rPr lang="fr-CA" sz="2000" dirty="0"/>
              <a:t> os </a:t>
            </a:r>
            <a:r>
              <a:rPr lang="fr-CA" sz="2000" dirty="0" err="1"/>
              <a:t>riscos</a:t>
            </a:r>
            <a:r>
              <a:rPr lang="fr-CA" sz="2000" dirty="0"/>
              <a:t> de </a:t>
            </a:r>
            <a:r>
              <a:rPr lang="fr-CA" sz="2000" dirty="0" err="1"/>
              <a:t>segurança</a:t>
            </a:r>
            <a:r>
              <a:rPr lang="fr-CA" sz="2000" dirty="0"/>
              <a:t>, </a:t>
            </a:r>
            <a:r>
              <a:rPr lang="fr-CA" sz="2000" dirty="0" err="1"/>
              <a:t>exigindo</a:t>
            </a:r>
            <a:r>
              <a:rPr lang="fr-CA" sz="2000" dirty="0"/>
              <a:t> </a:t>
            </a:r>
            <a:r>
              <a:rPr lang="fr-CA" sz="2000" dirty="0" err="1"/>
              <a:t>mecanismos</a:t>
            </a:r>
            <a:r>
              <a:rPr lang="fr-CA" sz="2000" dirty="0"/>
              <a:t> mais </a:t>
            </a:r>
            <a:r>
              <a:rPr lang="fr-CA" sz="2000" dirty="0" err="1"/>
              <a:t>robustos</a:t>
            </a:r>
            <a:r>
              <a:rPr lang="fr-CA" sz="2000" dirty="0"/>
              <a:t> de </a:t>
            </a:r>
            <a:r>
              <a:rPr lang="fr-CA" sz="2000" dirty="0" err="1"/>
              <a:t>autenticação</a:t>
            </a:r>
            <a:r>
              <a:rPr lang="fr-CA" sz="2000" dirty="0"/>
              <a:t>, </a:t>
            </a:r>
            <a:r>
              <a:rPr lang="fr-CA" sz="2000" dirty="0" err="1"/>
              <a:t>controle</a:t>
            </a:r>
            <a:r>
              <a:rPr lang="fr-CA" sz="2000" dirty="0"/>
              <a:t> de </a:t>
            </a:r>
            <a:r>
              <a:rPr lang="fr-CA" sz="2000" dirty="0" err="1"/>
              <a:t>acesso</a:t>
            </a:r>
            <a:r>
              <a:rPr lang="fr-CA" sz="2000" dirty="0"/>
              <a:t> e </a:t>
            </a:r>
            <a:r>
              <a:rPr lang="fr-CA" sz="2000" dirty="0" err="1"/>
              <a:t>proteção</a:t>
            </a:r>
            <a:r>
              <a:rPr lang="fr-CA" sz="2000" dirty="0"/>
              <a:t> de </a:t>
            </a:r>
            <a:r>
              <a:rPr lang="fr-CA" sz="2000" dirty="0" err="1"/>
              <a:t>dados</a:t>
            </a:r>
            <a:r>
              <a:rPr lang="fr-CA" sz="2000" dirty="0"/>
              <a:t>.</a:t>
            </a:r>
            <a:endParaRPr lang="fr-CA" sz="2000" b="1" dirty="0"/>
          </a:p>
        </p:txBody>
      </p:sp>
    </p:spTree>
    <p:extLst>
      <p:ext uri="{BB962C8B-B14F-4D97-AF65-F5344CB8AC3E}">
        <p14:creationId xmlns:p14="http://schemas.microsoft.com/office/powerpoint/2010/main" val="1598436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5AEBA-6BB2-9194-C273-F75741B29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/>
              <a:t>Objetivo</a:t>
            </a: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6C5144B3-067F-656B-3BD8-E990D9AD1D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9436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522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BACD9E-ED9D-ED66-ADA6-A43D9566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fr-CA" sz="5600" b="1"/>
              <a:t>Arquitetura do Projeto</a:t>
            </a:r>
            <a:endParaRPr lang="fr-FR" sz="56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Graphic 6" descr="Nuage">
            <a:extLst>
              <a:ext uri="{FF2B5EF4-FFF2-40B4-BE49-F238E27FC236}">
                <a16:creationId xmlns:a16="http://schemas.microsoft.com/office/drawing/2014/main" id="{8E1FBDAB-C141-D0DF-9B8B-8BF18830B0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1E7D31-293F-55B7-2541-7D5A0C17B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7"/>
            <a:ext cx="4697569" cy="330552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A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arquitetura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do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projeto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é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composta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por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um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ambiente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local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baseado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em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Windows Server, um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ambiente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em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nuvem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na AWS e a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integração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entre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eles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formando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uma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infraestrutura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híbrida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Além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disso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há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o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monitoramento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com Zabbix e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uma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camada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aplicação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com API REST, que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permite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comunicação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entre os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sistemas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e valida o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funcionamento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da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estrutura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como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 um </a:t>
            </a:r>
            <a:r>
              <a:rPr lang="fr-CA" sz="1800" dirty="0" err="1">
                <a:solidFill>
                  <a:schemeClr val="tx1">
                    <a:alpha val="80000"/>
                  </a:schemeClr>
                </a:solidFill>
              </a:rPr>
              <a:t>todo</a:t>
            </a:r>
            <a:r>
              <a:rPr lang="fr-CA" sz="1800" dirty="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fr-FR" sz="18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587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41C3F9-3A3A-D7AE-438A-17CCCA2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fr-CA" sz="4600" b="1"/>
              <a:t>Infraestrutura Local</a:t>
            </a:r>
            <a:endParaRPr lang="fr-FR" sz="46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BFA895-F9F8-9D2D-4515-8C068066B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900" b="1" dirty="0"/>
              <a:t>Windows Server 2012</a:t>
            </a:r>
            <a:br>
              <a:rPr lang="fr-CA" sz="1900" dirty="0"/>
            </a:br>
            <a:r>
              <a:rPr lang="fr-CA" sz="1900" dirty="0" err="1"/>
              <a:t>Sistema</a:t>
            </a:r>
            <a:r>
              <a:rPr lang="fr-CA" sz="1900" dirty="0"/>
              <a:t> </a:t>
            </a:r>
            <a:r>
              <a:rPr lang="fr-CA" sz="1900" dirty="0" err="1"/>
              <a:t>operacional</a:t>
            </a:r>
            <a:r>
              <a:rPr lang="fr-CA" sz="1900" dirty="0"/>
              <a:t> </a:t>
            </a:r>
            <a:r>
              <a:rPr lang="fr-CA" sz="1900" dirty="0" err="1"/>
              <a:t>utilizado</a:t>
            </a:r>
            <a:r>
              <a:rPr lang="fr-CA" sz="1900" dirty="0"/>
              <a:t> </a:t>
            </a:r>
            <a:r>
              <a:rPr lang="fr-CA" sz="1900" dirty="0" err="1"/>
              <a:t>como</a:t>
            </a:r>
            <a:r>
              <a:rPr lang="fr-CA" sz="1900" dirty="0"/>
              <a:t> base do </a:t>
            </a:r>
            <a:r>
              <a:rPr lang="fr-CA" sz="1900" dirty="0" err="1"/>
              <a:t>ambiente</a:t>
            </a:r>
            <a:r>
              <a:rPr lang="fr-CA" sz="1900" dirty="0"/>
              <a:t> local, </a:t>
            </a:r>
            <a:r>
              <a:rPr lang="fr-CA" sz="1900" dirty="0" err="1"/>
              <a:t>responsável</a:t>
            </a:r>
            <a:r>
              <a:rPr lang="fr-CA" sz="1900" dirty="0"/>
              <a:t> </a:t>
            </a:r>
            <a:r>
              <a:rPr lang="fr-CA" sz="1900" dirty="0" err="1"/>
              <a:t>por</a:t>
            </a:r>
            <a:r>
              <a:rPr lang="fr-CA" sz="1900" dirty="0"/>
              <a:t> </a:t>
            </a:r>
            <a:r>
              <a:rPr lang="fr-CA" sz="1900" dirty="0" err="1"/>
              <a:t>fornecer</a:t>
            </a:r>
            <a:r>
              <a:rPr lang="fr-CA" sz="1900" dirty="0"/>
              <a:t> </a:t>
            </a:r>
            <a:r>
              <a:rPr lang="fr-CA" sz="1900" dirty="0" err="1"/>
              <a:t>serviços</a:t>
            </a:r>
            <a:r>
              <a:rPr lang="fr-CA" sz="1900" dirty="0"/>
              <a:t> de </a:t>
            </a:r>
            <a:r>
              <a:rPr lang="fr-CA" sz="1900" dirty="0" err="1"/>
              <a:t>rede</a:t>
            </a:r>
            <a:r>
              <a:rPr lang="fr-CA" sz="1900" dirty="0"/>
              <a:t> e </a:t>
            </a:r>
            <a:r>
              <a:rPr lang="fr-CA" sz="1900" dirty="0" err="1"/>
              <a:t>suporte</a:t>
            </a:r>
            <a:r>
              <a:rPr lang="fr-CA" sz="1900" dirty="0"/>
              <a:t> à </a:t>
            </a:r>
            <a:r>
              <a:rPr lang="fr-CA" sz="1900" dirty="0" err="1"/>
              <a:t>administração</a:t>
            </a:r>
            <a:r>
              <a:rPr lang="fr-CA" sz="1900" dirty="0"/>
              <a:t> da </a:t>
            </a:r>
            <a:r>
              <a:rPr lang="fr-CA" sz="1900" dirty="0" err="1"/>
              <a:t>infraestrutura</a:t>
            </a:r>
            <a:r>
              <a:rPr lang="fr-CA" sz="1900" dirty="0"/>
              <a:t> da </a:t>
            </a:r>
            <a:r>
              <a:rPr lang="fr-CA" sz="1900" dirty="0" err="1"/>
              <a:t>empresa</a:t>
            </a:r>
            <a:r>
              <a:rPr lang="fr-CA" sz="1900" dirty="0"/>
              <a:t>. </a:t>
            </a:r>
          </a:p>
          <a:p>
            <a:pPr marL="0" indent="0">
              <a:buNone/>
            </a:pPr>
            <a:r>
              <a:rPr lang="fr-CA" sz="1900" b="1" dirty="0"/>
              <a:t>Active Directory (AD DS)</a:t>
            </a:r>
            <a:br>
              <a:rPr lang="fr-CA" sz="1900" dirty="0"/>
            </a:br>
            <a:r>
              <a:rPr lang="fr-CA" sz="1900" dirty="0" err="1"/>
              <a:t>Serviço</a:t>
            </a:r>
            <a:r>
              <a:rPr lang="fr-CA" sz="1900" dirty="0"/>
              <a:t> de </a:t>
            </a:r>
            <a:r>
              <a:rPr lang="fr-CA" sz="1900" dirty="0" err="1"/>
              <a:t>diretório</a:t>
            </a:r>
            <a:r>
              <a:rPr lang="fr-CA" sz="1900" dirty="0"/>
              <a:t> que </a:t>
            </a:r>
            <a:r>
              <a:rPr lang="fr-CA" sz="1900" dirty="0" err="1"/>
              <a:t>permite</a:t>
            </a:r>
            <a:r>
              <a:rPr lang="fr-CA" sz="1900" dirty="0"/>
              <a:t> o </a:t>
            </a:r>
            <a:r>
              <a:rPr lang="fr-CA" sz="1900" dirty="0" err="1"/>
              <a:t>gerenciamento</a:t>
            </a:r>
            <a:r>
              <a:rPr lang="fr-CA" sz="1900" dirty="0"/>
              <a:t> </a:t>
            </a:r>
            <a:r>
              <a:rPr lang="fr-CA" sz="1900" dirty="0" err="1"/>
              <a:t>centralizado</a:t>
            </a:r>
            <a:r>
              <a:rPr lang="fr-CA" sz="1900" dirty="0"/>
              <a:t> de </a:t>
            </a:r>
            <a:r>
              <a:rPr lang="fr-CA" sz="1900" dirty="0" err="1"/>
              <a:t>usuários</a:t>
            </a:r>
            <a:r>
              <a:rPr lang="fr-CA" sz="1900" dirty="0"/>
              <a:t>, </a:t>
            </a:r>
            <a:r>
              <a:rPr lang="fr-CA" sz="1900" dirty="0" err="1"/>
              <a:t>computadores</a:t>
            </a:r>
            <a:r>
              <a:rPr lang="fr-CA" sz="1900" dirty="0"/>
              <a:t> e </a:t>
            </a:r>
            <a:r>
              <a:rPr lang="fr-CA" sz="1900" dirty="0" err="1"/>
              <a:t>recursos</a:t>
            </a:r>
            <a:r>
              <a:rPr lang="fr-CA" sz="1900" dirty="0"/>
              <a:t> da </a:t>
            </a:r>
            <a:r>
              <a:rPr lang="fr-CA" sz="1900" dirty="0" err="1"/>
              <a:t>rede</a:t>
            </a:r>
            <a:r>
              <a:rPr lang="fr-CA" sz="1900" dirty="0"/>
              <a:t>, </a:t>
            </a:r>
            <a:r>
              <a:rPr lang="fr-CA" sz="1900" dirty="0" err="1"/>
              <a:t>além</a:t>
            </a:r>
            <a:r>
              <a:rPr lang="fr-CA" sz="1900" dirty="0"/>
              <a:t> de </a:t>
            </a:r>
            <a:r>
              <a:rPr lang="fr-CA" sz="1900" dirty="0" err="1"/>
              <a:t>controlar</a:t>
            </a:r>
            <a:r>
              <a:rPr lang="fr-CA" sz="1900" dirty="0"/>
              <a:t> </a:t>
            </a:r>
            <a:r>
              <a:rPr lang="fr-CA" sz="1900" dirty="0" err="1"/>
              <a:t>autenticação</a:t>
            </a:r>
            <a:r>
              <a:rPr lang="fr-CA" sz="1900" dirty="0"/>
              <a:t> e </a:t>
            </a:r>
            <a:r>
              <a:rPr lang="fr-CA" sz="1900" dirty="0" err="1"/>
              <a:t>permissões</a:t>
            </a:r>
            <a:r>
              <a:rPr lang="fr-CA" sz="1900" dirty="0"/>
              <a:t> de </a:t>
            </a:r>
            <a:r>
              <a:rPr lang="fr-CA" sz="1900" dirty="0" err="1"/>
              <a:t>acesso</a:t>
            </a:r>
            <a:r>
              <a:rPr lang="fr-CA" sz="1900" dirty="0"/>
              <a:t>. </a:t>
            </a:r>
          </a:p>
          <a:p>
            <a:pPr marL="0" indent="0">
              <a:buNone/>
            </a:pPr>
            <a:r>
              <a:rPr lang="fr-CA" sz="1900" b="1" dirty="0" err="1"/>
              <a:t>Usuários</a:t>
            </a:r>
            <a:r>
              <a:rPr lang="fr-CA" sz="1900" b="1" dirty="0"/>
              <a:t>, </a:t>
            </a:r>
            <a:r>
              <a:rPr lang="fr-CA" sz="1900" b="1" dirty="0" err="1"/>
              <a:t>grupos</a:t>
            </a:r>
            <a:r>
              <a:rPr lang="fr-CA" sz="1900" b="1" dirty="0"/>
              <a:t> e </a:t>
            </a:r>
            <a:r>
              <a:rPr lang="fr-CA" sz="1900" b="1" dirty="0" err="1"/>
              <a:t>OUs</a:t>
            </a:r>
            <a:br>
              <a:rPr lang="fr-CA" sz="1900" dirty="0"/>
            </a:br>
            <a:r>
              <a:rPr lang="fr-CA" sz="1900" dirty="0" err="1"/>
              <a:t>Estrutura</a:t>
            </a:r>
            <a:r>
              <a:rPr lang="fr-CA" sz="1900" dirty="0"/>
              <a:t> </a:t>
            </a:r>
            <a:r>
              <a:rPr lang="fr-CA" sz="1900" dirty="0" err="1"/>
              <a:t>lógica</a:t>
            </a:r>
            <a:r>
              <a:rPr lang="fr-CA" sz="1900" dirty="0"/>
              <a:t> </a:t>
            </a:r>
            <a:r>
              <a:rPr lang="fr-CA" sz="1900" dirty="0" err="1"/>
              <a:t>utilizada</a:t>
            </a:r>
            <a:r>
              <a:rPr lang="fr-CA" sz="1900" dirty="0"/>
              <a:t> para </a:t>
            </a:r>
            <a:r>
              <a:rPr lang="fr-CA" sz="1900" dirty="0" err="1"/>
              <a:t>organizar</a:t>
            </a:r>
            <a:r>
              <a:rPr lang="fr-CA" sz="1900" dirty="0"/>
              <a:t> a </a:t>
            </a:r>
            <a:r>
              <a:rPr lang="fr-CA" sz="1900" dirty="0" err="1"/>
              <a:t>empresa</a:t>
            </a:r>
            <a:r>
              <a:rPr lang="fr-CA" sz="1900" dirty="0"/>
              <a:t> no </a:t>
            </a:r>
            <a:r>
              <a:rPr lang="fr-CA" sz="1900" dirty="0" err="1"/>
              <a:t>ambiente</a:t>
            </a:r>
            <a:r>
              <a:rPr lang="fr-CA" sz="1900" dirty="0"/>
              <a:t> de </a:t>
            </a:r>
            <a:r>
              <a:rPr lang="fr-CA" sz="1900" dirty="0" err="1"/>
              <a:t>rede</a:t>
            </a:r>
            <a:r>
              <a:rPr lang="fr-CA" sz="1900" dirty="0"/>
              <a:t>, </a:t>
            </a:r>
            <a:r>
              <a:rPr lang="fr-CA" sz="1900" dirty="0" err="1"/>
              <a:t>facilitando</a:t>
            </a:r>
            <a:r>
              <a:rPr lang="fr-CA" sz="1900" dirty="0"/>
              <a:t> a </a:t>
            </a:r>
            <a:r>
              <a:rPr lang="fr-CA" sz="1900" dirty="0" err="1"/>
              <a:t>administração</a:t>
            </a:r>
            <a:r>
              <a:rPr lang="fr-CA" sz="1900" dirty="0"/>
              <a:t> </a:t>
            </a:r>
            <a:r>
              <a:rPr lang="fr-CA" sz="1900" dirty="0" err="1"/>
              <a:t>por</a:t>
            </a:r>
            <a:r>
              <a:rPr lang="fr-CA" sz="1900" dirty="0"/>
              <a:t> </a:t>
            </a:r>
            <a:r>
              <a:rPr lang="fr-CA" sz="1900" dirty="0" err="1"/>
              <a:t>setores</a:t>
            </a:r>
            <a:r>
              <a:rPr lang="fr-CA" sz="1900" dirty="0"/>
              <a:t> e </a:t>
            </a:r>
            <a:r>
              <a:rPr lang="fr-CA" sz="1900" dirty="0" err="1"/>
              <a:t>unidades</a:t>
            </a:r>
            <a:r>
              <a:rPr lang="fr-CA" sz="1900" dirty="0"/>
              <a:t> </a:t>
            </a:r>
            <a:r>
              <a:rPr lang="fr-CA" sz="1900" dirty="0" err="1"/>
              <a:t>organizacionais</a:t>
            </a:r>
            <a:r>
              <a:rPr lang="fr-CA" sz="1900" dirty="0"/>
              <a:t>, </a:t>
            </a:r>
            <a:r>
              <a:rPr lang="fr-CA" sz="1900" dirty="0" err="1"/>
              <a:t>como</a:t>
            </a:r>
            <a:r>
              <a:rPr lang="fr-CA" sz="1900" dirty="0"/>
              <a:t> </a:t>
            </a:r>
            <a:r>
              <a:rPr lang="fr-CA" sz="1900" dirty="0" err="1"/>
              <a:t>matriz</a:t>
            </a:r>
            <a:r>
              <a:rPr lang="fr-CA" sz="1900" dirty="0"/>
              <a:t> e </a:t>
            </a:r>
            <a:r>
              <a:rPr lang="fr-CA" sz="1900" dirty="0" err="1"/>
              <a:t>filiais</a:t>
            </a:r>
            <a:r>
              <a:rPr lang="fr-CA" sz="1900" dirty="0"/>
              <a:t>. </a:t>
            </a:r>
          </a:p>
          <a:p>
            <a:pPr marL="0" indent="0">
              <a:buNone/>
            </a:pPr>
            <a:r>
              <a:rPr lang="fr-CA" sz="1900" b="1" dirty="0" err="1"/>
              <a:t>GPOs</a:t>
            </a:r>
            <a:r>
              <a:rPr lang="fr-CA" sz="1900" b="1" dirty="0"/>
              <a:t> (</a:t>
            </a:r>
            <a:r>
              <a:rPr lang="fr-CA" sz="1900" b="1" dirty="0" err="1"/>
              <a:t>políticas</a:t>
            </a:r>
            <a:r>
              <a:rPr lang="fr-CA" sz="1900" b="1" dirty="0"/>
              <a:t> de </a:t>
            </a:r>
            <a:r>
              <a:rPr lang="fr-CA" sz="1900" b="1" dirty="0" err="1"/>
              <a:t>segurança</a:t>
            </a:r>
            <a:r>
              <a:rPr lang="fr-CA" sz="1900" b="1" dirty="0"/>
              <a:t>)</a:t>
            </a:r>
            <a:br>
              <a:rPr lang="fr-CA" sz="1900" dirty="0"/>
            </a:br>
            <a:r>
              <a:rPr lang="fr-CA" sz="1900" dirty="0" err="1"/>
              <a:t>Conjunto</a:t>
            </a:r>
            <a:r>
              <a:rPr lang="fr-CA" sz="1900" dirty="0"/>
              <a:t> de </a:t>
            </a:r>
            <a:r>
              <a:rPr lang="fr-CA" sz="1900" dirty="0" err="1"/>
              <a:t>regras</a:t>
            </a:r>
            <a:r>
              <a:rPr lang="fr-CA" sz="1900" dirty="0"/>
              <a:t> </a:t>
            </a:r>
            <a:r>
              <a:rPr lang="fr-CA" sz="1900" dirty="0" err="1"/>
              <a:t>aplicadas</a:t>
            </a:r>
            <a:r>
              <a:rPr lang="fr-CA" sz="1900" dirty="0"/>
              <a:t> aos </a:t>
            </a:r>
            <a:r>
              <a:rPr lang="fr-CA" sz="1900" dirty="0" err="1"/>
              <a:t>usuários</a:t>
            </a:r>
            <a:r>
              <a:rPr lang="fr-CA" sz="1900" dirty="0"/>
              <a:t> e </a:t>
            </a:r>
            <a:r>
              <a:rPr lang="fr-CA" sz="1900" dirty="0" err="1"/>
              <a:t>computadores</a:t>
            </a:r>
            <a:r>
              <a:rPr lang="fr-CA" sz="1900" dirty="0"/>
              <a:t> para </a:t>
            </a:r>
            <a:r>
              <a:rPr lang="fr-CA" sz="1900" dirty="0" err="1"/>
              <a:t>padronizar</a:t>
            </a:r>
            <a:r>
              <a:rPr lang="fr-CA" sz="1900" dirty="0"/>
              <a:t> </a:t>
            </a:r>
            <a:r>
              <a:rPr lang="fr-CA" sz="1900" dirty="0" err="1"/>
              <a:t>configurações</a:t>
            </a:r>
            <a:r>
              <a:rPr lang="fr-CA" sz="1900" dirty="0"/>
              <a:t>, </a:t>
            </a:r>
            <a:r>
              <a:rPr lang="fr-CA" sz="1900" dirty="0" err="1"/>
              <a:t>restringir</a:t>
            </a:r>
            <a:r>
              <a:rPr lang="fr-CA" sz="1900" dirty="0"/>
              <a:t> </a:t>
            </a:r>
            <a:r>
              <a:rPr lang="fr-CA" sz="1900" dirty="0" err="1"/>
              <a:t>acessos</a:t>
            </a:r>
            <a:r>
              <a:rPr lang="fr-CA" sz="1900" dirty="0"/>
              <a:t> e </a:t>
            </a:r>
            <a:r>
              <a:rPr lang="fr-CA" sz="1900" dirty="0" err="1"/>
              <a:t>reforçar</a:t>
            </a:r>
            <a:r>
              <a:rPr lang="fr-CA" sz="1900" dirty="0"/>
              <a:t> a </a:t>
            </a:r>
            <a:r>
              <a:rPr lang="fr-CA" sz="1900" dirty="0" err="1"/>
              <a:t>segurança</a:t>
            </a:r>
            <a:r>
              <a:rPr lang="fr-CA" sz="1900" dirty="0"/>
              <a:t> do </a:t>
            </a:r>
            <a:r>
              <a:rPr lang="fr-CA" sz="1900" dirty="0" err="1"/>
              <a:t>ambiente</a:t>
            </a:r>
            <a:r>
              <a:rPr lang="fr-CA" sz="1900" dirty="0"/>
              <a:t> </a:t>
            </a:r>
            <a:r>
              <a:rPr lang="fr-CA" sz="1900" dirty="0" err="1"/>
              <a:t>corporativo</a:t>
            </a:r>
            <a:r>
              <a:rPr lang="fr-CA" sz="1900" dirty="0"/>
              <a:t>.</a:t>
            </a:r>
            <a:endParaRPr lang="fr-FR" sz="1900" dirty="0"/>
          </a:p>
        </p:txBody>
      </p:sp>
    </p:spTree>
    <p:extLst>
      <p:ext uri="{BB962C8B-B14F-4D97-AF65-F5344CB8AC3E}">
        <p14:creationId xmlns:p14="http://schemas.microsoft.com/office/powerpoint/2010/main" val="330069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EDCCFB-3588-D84F-EAA9-EAAC2DF2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fr-CA" sz="3000" b="1" dirty="0" err="1"/>
              <a:t>Ambiente</a:t>
            </a:r>
            <a:r>
              <a:rPr lang="fr-CA" sz="3000" b="1" dirty="0"/>
              <a:t> local (Windows Server)</a:t>
            </a:r>
            <a:endParaRPr lang="fr-FR" sz="3000" dirty="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B351CD-DD78-6544-6E4B-9468AC4B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 fontScale="92500" lnSpcReduction="20000"/>
          </a:bodyPr>
          <a:lstStyle/>
          <a:p>
            <a:endParaRPr lang="fr-CA" sz="2200" dirty="0"/>
          </a:p>
          <a:p>
            <a:endParaRPr lang="fr-CA" sz="2200" dirty="0"/>
          </a:p>
          <a:p>
            <a:pPr marL="0" indent="0">
              <a:buNone/>
            </a:pPr>
            <a:r>
              <a:rPr lang="fr-CA" sz="2200" dirty="0" err="1"/>
              <a:t>Responsável</a:t>
            </a:r>
            <a:r>
              <a:rPr lang="fr-CA" sz="2200" dirty="0"/>
              <a:t> pelo </a:t>
            </a:r>
            <a:r>
              <a:rPr lang="fr-CA" sz="2200" dirty="0" err="1"/>
              <a:t>gerenciamento</a:t>
            </a:r>
            <a:r>
              <a:rPr lang="fr-CA" sz="2200" dirty="0"/>
              <a:t> </a:t>
            </a:r>
            <a:r>
              <a:rPr lang="fr-CA" sz="2200" dirty="0" err="1"/>
              <a:t>interno</a:t>
            </a:r>
            <a:r>
              <a:rPr lang="fr-CA" sz="2200" dirty="0"/>
              <a:t> da </a:t>
            </a:r>
            <a:r>
              <a:rPr lang="fr-CA" sz="2200" dirty="0" err="1"/>
              <a:t>rede</a:t>
            </a:r>
            <a:r>
              <a:rPr lang="fr-CA" sz="2200" dirty="0"/>
              <a:t> </a:t>
            </a:r>
            <a:r>
              <a:rPr lang="fr-CA" sz="2200" dirty="0" err="1"/>
              <a:t>corporativa</a:t>
            </a:r>
            <a:r>
              <a:rPr lang="fr-CA" sz="2200" dirty="0"/>
              <a:t>, </a:t>
            </a:r>
            <a:r>
              <a:rPr lang="fr-CA" sz="2200" dirty="0" err="1"/>
              <a:t>incluindo</a:t>
            </a:r>
            <a:r>
              <a:rPr lang="fr-CA" sz="2200" dirty="0"/>
              <a:t> </a:t>
            </a:r>
            <a:r>
              <a:rPr lang="fr-CA" sz="2200" dirty="0" err="1"/>
              <a:t>usuários</a:t>
            </a:r>
            <a:r>
              <a:rPr lang="fr-CA" sz="2200" dirty="0"/>
              <a:t>, </a:t>
            </a:r>
            <a:r>
              <a:rPr lang="fr-CA" sz="2200" dirty="0" err="1"/>
              <a:t>grupos</a:t>
            </a:r>
            <a:r>
              <a:rPr lang="fr-CA" sz="2200" dirty="0"/>
              <a:t>, </a:t>
            </a:r>
            <a:r>
              <a:rPr lang="fr-CA" sz="2200" dirty="0" err="1"/>
              <a:t>permissões</a:t>
            </a:r>
            <a:r>
              <a:rPr lang="fr-CA" sz="2200" dirty="0"/>
              <a:t> e </a:t>
            </a:r>
            <a:r>
              <a:rPr lang="fr-CA" sz="2200" dirty="0" err="1"/>
              <a:t>políticas</a:t>
            </a:r>
            <a:r>
              <a:rPr lang="fr-CA" sz="2200" dirty="0"/>
              <a:t> de </a:t>
            </a:r>
            <a:r>
              <a:rPr lang="fr-CA" sz="2200" dirty="0" err="1"/>
              <a:t>segurança</a:t>
            </a:r>
            <a:r>
              <a:rPr lang="fr-CA" sz="2200" dirty="0"/>
              <a:t> </a:t>
            </a:r>
            <a:r>
              <a:rPr lang="fr-CA" sz="2200" dirty="0" err="1"/>
              <a:t>por</a:t>
            </a:r>
            <a:r>
              <a:rPr lang="fr-CA" sz="2200" dirty="0"/>
              <a:t> </a:t>
            </a:r>
            <a:r>
              <a:rPr lang="fr-CA" sz="2200" dirty="0" err="1"/>
              <a:t>meio</a:t>
            </a:r>
            <a:r>
              <a:rPr lang="fr-CA" sz="2200" dirty="0"/>
              <a:t> do Active Directory.</a:t>
            </a:r>
          </a:p>
          <a:p>
            <a:pPr marL="0" indent="0">
              <a:buNone/>
            </a:pPr>
            <a:endParaRPr lang="fr-CA" sz="2200" dirty="0"/>
          </a:p>
          <a:p>
            <a:endParaRPr lang="fr-FR" sz="2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4CB8211-F276-F100-79CF-ED0D4EE0E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5" r="10554"/>
          <a:stretch>
            <a:fillRect/>
          </a:stretch>
        </p:blipFill>
        <p:spPr>
          <a:xfrm>
            <a:off x="3298614" y="2290936"/>
            <a:ext cx="5582579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6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8C9C66B-91CE-B543-314D-4AE1175F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pt-BR" sz="3000" b="1" dirty="0"/>
              <a:t>Server Manager</a:t>
            </a:r>
            <a:endParaRPr lang="fr-FR" sz="30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085809-D661-037C-2588-AA492B611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19"/>
            <a:ext cx="6894576" cy="1655489"/>
          </a:xfrm>
        </p:spPr>
        <p:txBody>
          <a:bodyPr anchor="ctr">
            <a:normAutofit fontScale="92500" lnSpcReduction="20000"/>
          </a:bodyPr>
          <a:lstStyle/>
          <a:p>
            <a:endParaRPr lang="en-CA" sz="2000" dirty="0"/>
          </a:p>
          <a:p>
            <a:pPr marL="0" indent="0">
              <a:buNone/>
            </a:pPr>
            <a:r>
              <a:rPr lang="en-CA" sz="2200" dirty="0"/>
              <a:t>Ferramenta </a:t>
            </a:r>
            <a:r>
              <a:rPr lang="en-CA" sz="2200" dirty="0" err="1"/>
              <a:t>responsável</a:t>
            </a:r>
            <a:r>
              <a:rPr lang="en-CA" sz="2200" dirty="0"/>
              <a:t> </a:t>
            </a:r>
            <a:r>
              <a:rPr lang="en-CA" sz="2200" dirty="0" err="1"/>
              <a:t>pelo</a:t>
            </a:r>
            <a:r>
              <a:rPr lang="en-CA" sz="2200" dirty="0"/>
              <a:t> </a:t>
            </a:r>
            <a:r>
              <a:rPr lang="en-CA" sz="2200" dirty="0" err="1"/>
              <a:t>gerenciamento</a:t>
            </a:r>
            <a:r>
              <a:rPr lang="en-CA" sz="2200" dirty="0"/>
              <a:t> dos </a:t>
            </a:r>
            <a:r>
              <a:rPr lang="en-CA" sz="2200" dirty="0" err="1"/>
              <a:t>serviços</a:t>
            </a:r>
            <a:r>
              <a:rPr lang="en-CA" sz="2200" dirty="0"/>
              <a:t> do </a:t>
            </a:r>
            <a:r>
              <a:rPr lang="en-CA" sz="2200" dirty="0" err="1"/>
              <a:t>servidor</a:t>
            </a:r>
            <a:r>
              <a:rPr lang="en-CA" sz="2200" dirty="0"/>
              <a:t>.</a:t>
            </a:r>
            <a:endParaRPr lang="fr-CA" sz="2200" dirty="0"/>
          </a:p>
          <a:p>
            <a:pPr marL="0" indent="0">
              <a:buNone/>
            </a:pPr>
            <a:r>
              <a:rPr lang="en-CA" sz="2200" dirty="0"/>
              <a:t>O dashboard </a:t>
            </a:r>
            <a:r>
              <a:rPr lang="en-CA" sz="2200" dirty="0" err="1"/>
              <a:t>evidencia</a:t>
            </a:r>
            <a:r>
              <a:rPr lang="en-CA" sz="2200" dirty="0"/>
              <a:t> </a:t>
            </a:r>
            <a:r>
              <a:rPr lang="en-CA" sz="2200" dirty="0" err="1"/>
              <a:t>que</a:t>
            </a:r>
            <a:r>
              <a:rPr lang="en-CA" sz="2200" dirty="0"/>
              <a:t> </a:t>
            </a:r>
            <a:r>
              <a:rPr lang="en-CA" sz="2200" dirty="0" err="1"/>
              <a:t>os</a:t>
            </a:r>
            <a:r>
              <a:rPr lang="en-CA" sz="2200" dirty="0"/>
              <a:t> </a:t>
            </a:r>
            <a:r>
              <a:rPr lang="en-CA" sz="2200" dirty="0" err="1"/>
              <a:t>serviços</a:t>
            </a:r>
            <a:r>
              <a:rPr lang="en-CA" sz="2200" dirty="0"/>
              <a:t> </a:t>
            </a:r>
            <a:r>
              <a:rPr lang="en-CA" sz="2200" dirty="0" err="1"/>
              <a:t>instalados</a:t>
            </a:r>
            <a:r>
              <a:rPr lang="en-CA" sz="2200" dirty="0"/>
              <a:t>, </a:t>
            </a:r>
            <a:r>
              <a:rPr lang="en-CA" sz="2200" dirty="0" err="1"/>
              <a:t>incluindo</a:t>
            </a:r>
            <a:r>
              <a:rPr lang="en-CA" sz="2200" dirty="0"/>
              <a:t> Active Directory e </a:t>
            </a:r>
            <a:r>
              <a:rPr lang="en-CA" sz="2200" dirty="0" err="1"/>
              <a:t>demais</a:t>
            </a:r>
            <a:r>
              <a:rPr lang="en-CA" sz="2200" dirty="0"/>
              <a:t> </a:t>
            </a:r>
            <a:r>
              <a:rPr lang="en-CA" sz="2200" dirty="0" err="1"/>
              <a:t>funções</a:t>
            </a:r>
            <a:r>
              <a:rPr lang="en-CA" sz="2200" dirty="0"/>
              <a:t>, </a:t>
            </a:r>
            <a:r>
              <a:rPr lang="en-CA" sz="2200" dirty="0" err="1"/>
              <a:t>estão</a:t>
            </a:r>
            <a:r>
              <a:rPr lang="en-CA" sz="2200" dirty="0"/>
              <a:t> </a:t>
            </a:r>
            <a:r>
              <a:rPr lang="en-CA" sz="2200" dirty="0" err="1"/>
              <a:t>operacionais</a:t>
            </a:r>
            <a:r>
              <a:rPr lang="en-CA" sz="2200" dirty="0"/>
              <a:t> e </a:t>
            </a:r>
            <a:r>
              <a:rPr lang="en-CA" sz="2200" dirty="0" err="1"/>
              <a:t>sem</a:t>
            </a:r>
            <a:r>
              <a:rPr lang="en-CA" sz="2200" dirty="0"/>
              <a:t> </a:t>
            </a:r>
            <a:r>
              <a:rPr lang="en-CA" sz="2200" dirty="0" err="1"/>
              <a:t>falhas</a:t>
            </a:r>
            <a:r>
              <a:rPr lang="en-CA" sz="2200" dirty="0"/>
              <a:t> </a:t>
            </a:r>
            <a:r>
              <a:rPr lang="en-CA" sz="2200" dirty="0" err="1"/>
              <a:t>críticas</a:t>
            </a:r>
            <a:r>
              <a:rPr lang="en-CA" sz="2200" dirty="0"/>
              <a:t>.</a:t>
            </a:r>
            <a:endParaRPr lang="fr-CA" sz="2200" dirty="0"/>
          </a:p>
          <a:p>
            <a:pPr marL="0" indent="0">
              <a:buNone/>
            </a:pPr>
            <a:endParaRPr lang="fr-FR" sz="17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C569B3F-8163-4851-1E96-0B02AEF5E3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480" y="2290936"/>
            <a:ext cx="7038848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6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367A44-DFD0-E75F-FC65-55E6DC7C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fr-CA" sz="4600" b="1"/>
              <a:t>Infraestrutura em Nuvem</a:t>
            </a:r>
            <a:endParaRPr lang="fr-FR" sz="46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C96F15-663E-521D-2453-73C17A2C7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b="1" dirty="0"/>
              <a:t>AWS (Amazon Web Services)</a:t>
            </a:r>
            <a:br>
              <a:rPr lang="fr-CA" sz="1700" dirty="0"/>
            </a:br>
            <a:r>
              <a:rPr lang="fr-CA" sz="1700" dirty="0" err="1"/>
              <a:t>Plataforma</a:t>
            </a:r>
            <a:r>
              <a:rPr lang="fr-CA" sz="1700" dirty="0"/>
              <a:t> de </a:t>
            </a:r>
            <a:r>
              <a:rPr lang="fr-CA" sz="1700" dirty="0" err="1"/>
              <a:t>computação</a:t>
            </a:r>
            <a:r>
              <a:rPr lang="fr-CA" sz="1700" dirty="0"/>
              <a:t> </a:t>
            </a:r>
            <a:r>
              <a:rPr lang="fr-CA" sz="1700" dirty="0" err="1"/>
              <a:t>em</a:t>
            </a:r>
            <a:r>
              <a:rPr lang="fr-CA" sz="1700" dirty="0"/>
              <a:t> </a:t>
            </a:r>
            <a:r>
              <a:rPr lang="fr-CA" sz="1700" dirty="0" err="1"/>
              <a:t>nuvem</a:t>
            </a:r>
            <a:r>
              <a:rPr lang="fr-CA" sz="1700" dirty="0"/>
              <a:t> </a:t>
            </a:r>
            <a:r>
              <a:rPr lang="fr-CA" sz="1700" dirty="0" err="1"/>
              <a:t>utilizada</a:t>
            </a:r>
            <a:r>
              <a:rPr lang="fr-CA" sz="1700" dirty="0"/>
              <a:t> para </a:t>
            </a:r>
            <a:r>
              <a:rPr lang="fr-CA" sz="1700" dirty="0" err="1"/>
              <a:t>hospedar</a:t>
            </a:r>
            <a:r>
              <a:rPr lang="fr-CA" sz="1700" dirty="0"/>
              <a:t> e </a:t>
            </a:r>
            <a:r>
              <a:rPr lang="fr-CA" sz="1700" dirty="0" err="1"/>
              <a:t>gerenciar</a:t>
            </a:r>
            <a:r>
              <a:rPr lang="fr-CA" sz="1700" dirty="0"/>
              <a:t> </a:t>
            </a:r>
            <a:r>
              <a:rPr lang="fr-CA" sz="1700" dirty="0" err="1"/>
              <a:t>recursos</a:t>
            </a:r>
            <a:r>
              <a:rPr lang="fr-CA" sz="1700" dirty="0"/>
              <a:t> de forma </a:t>
            </a:r>
            <a:r>
              <a:rPr lang="fr-CA" sz="1700" dirty="0" err="1"/>
              <a:t>escalável</a:t>
            </a:r>
            <a:r>
              <a:rPr lang="fr-CA" sz="1700" dirty="0"/>
              <a:t> e </a:t>
            </a:r>
            <a:r>
              <a:rPr lang="fr-CA" sz="1700" dirty="0" err="1"/>
              <a:t>sob</a:t>
            </a:r>
            <a:r>
              <a:rPr lang="fr-CA" sz="1700" dirty="0"/>
              <a:t> demanda. </a:t>
            </a:r>
          </a:p>
          <a:p>
            <a:pPr marL="0" indent="0">
              <a:buNone/>
            </a:pPr>
            <a:r>
              <a:rPr lang="fr-CA" sz="1700" b="1" dirty="0"/>
              <a:t>VPC (</a:t>
            </a:r>
            <a:r>
              <a:rPr lang="fr-CA" sz="1700" b="1" dirty="0" err="1"/>
              <a:t>rede</a:t>
            </a:r>
            <a:r>
              <a:rPr lang="fr-CA" sz="1700" b="1" dirty="0"/>
              <a:t> </a:t>
            </a:r>
            <a:r>
              <a:rPr lang="fr-CA" sz="1700" b="1" dirty="0" err="1"/>
              <a:t>isolada</a:t>
            </a:r>
            <a:r>
              <a:rPr lang="fr-CA" sz="1700" b="1" dirty="0"/>
              <a:t>)</a:t>
            </a:r>
            <a:br>
              <a:rPr lang="fr-CA" sz="1700" dirty="0"/>
            </a:br>
            <a:r>
              <a:rPr lang="fr-CA" sz="1700" dirty="0" err="1"/>
              <a:t>Ambiente</a:t>
            </a:r>
            <a:r>
              <a:rPr lang="fr-CA" sz="1700" dirty="0"/>
              <a:t> de </a:t>
            </a:r>
            <a:r>
              <a:rPr lang="fr-CA" sz="1700" dirty="0" err="1"/>
              <a:t>rede</a:t>
            </a:r>
            <a:r>
              <a:rPr lang="fr-CA" sz="1700" dirty="0"/>
              <a:t> </a:t>
            </a:r>
            <a:r>
              <a:rPr lang="fr-CA" sz="1700" dirty="0" err="1"/>
              <a:t>virtual</a:t>
            </a:r>
            <a:r>
              <a:rPr lang="fr-CA" sz="1700" dirty="0"/>
              <a:t> que garante </a:t>
            </a:r>
            <a:r>
              <a:rPr lang="fr-CA" sz="1700" dirty="0" err="1"/>
              <a:t>isolamento</a:t>
            </a:r>
            <a:r>
              <a:rPr lang="fr-CA" sz="1700" dirty="0"/>
              <a:t> </a:t>
            </a:r>
            <a:r>
              <a:rPr lang="fr-CA" sz="1700" dirty="0" err="1"/>
              <a:t>lógico</a:t>
            </a:r>
            <a:r>
              <a:rPr lang="fr-CA" sz="1700" dirty="0"/>
              <a:t> dos </a:t>
            </a:r>
            <a:r>
              <a:rPr lang="fr-CA" sz="1700" dirty="0" err="1"/>
              <a:t>recursos</a:t>
            </a:r>
            <a:r>
              <a:rPr lang="fr-CA" sz="1700" dirty="0"/>
              <a:t> na </a:t>
            </a:r>
            <a:r>
              <a:rPr lang="fr-CA" sz="1700" dirty="0" err="1"/>
              <a:t>nuvem</a:t>
            </a:r>
            <a:r>
              <a:rPr lang="fr-CA" sz="1700" dirty="0"/>
              <a:t>, </a:t>
            </a:r>
            <a:r>
              <a:rPr lang="fr-CA" sz="1700" dirty="0" err="1"/>
              <a:t>permitindo</a:t>
            </a:r>
            <a:r>
              <a:rPr lang="fr-CA" sz="1700" dirty="0"/>
              <a:t> </a:t>
            </a:r>
            <a:r>
              <a:rPr lang="fr-CA" sz="1700" dirty="0" err="1"/>
              <a:t>maior</a:t>
            </a:r>
            <a:r>
              <a:rPr lang="fr-CA" sz="1700" dirty="0"/>
              <a:t> </a:t>
            </a:r>
            <a:r>
              <a:rPr lang="fr-CA" sz="1700" dirty="0" err="1"/>
              <a:t>controle</a:t>
            </a:r>
            <a:r>
              <a:rPr lang="fr-CA" sz="1700" dirty="0"/>
              <a:t> de </a:t>
            </a:r>
            <a:r>
              <a:rPr lang="fr-CA" sz="1700" dirty="0" err="1"/>
              <a:t>segurança</a:t>
            </a:r>
            <a:r>
              <a:rPr lang="fr-CA" sz="1700" dirty="0"/>
              <a:t> e </a:t>
            </a:r>
            <a:r>
              <a:rPr lang="fr-CA" sz="1700" dirty="0" err="1"/>
              <a:t>comunicação</a:t>
            </a:r>
            <a:r>
              <a:rPr lang="fr-CA" sz="1700" dirty="0"/>
              <a:t>. </a:t>
            </a:r>
          </a:p>
          <a:p>
            <a:pPr marL="0" indent="0">
              <a:buNone/>
            </a:pPr>
            <a:r>
              <a:rPr lang="fr-CA" sz="1700" b="1" dirty="0"/>
              <a:t>EC2 Ubuntu Server</a:t>
            </a:r>
            <a:br>
              <a:rPr lang="fr-CA" sz="1700" dirty="0"/>
            </a:br>
            <a:r>
              <a:rPr lang="fr-CA" sz="1700" dirty="0" err="1"/>
              <a:t>Instância</a:t>
            </a:r>
            <a:r>
              <a:rPr lang="fr-CA" sz="1700" dirty="0"/>
              <a:t> </a:t>
            </a:r>
            <a:r>
              <a:rPr lang="fr-CA" sz="1700" dirty="0" err="1"/>
              <a:t>virtual</a:t>
            </a:r>
            <a:r>
              <a:rPr lang="fr-CA" sz="1700" dirty="0"/>
              <a:t> </a:t>
            </a:r>
            <a:r>
              <a:rPr lang="fr-CA" sz="1700" dirty="0" err="1"/>
              <a:t>utilizada</a:t>
            </a:r>
            <a:r>
              <a:rPr lang="fr-CA" sz="1700" dirty="0"/>
              <a:t> </a:t>
            </a:r>
            <a:r>
              <a:rPr lang="fr-CA" sz="1700" dirty="0" err="1"/>
              <a:t>como</a:t>
            </a:r>
            <a:r>
              <a:rPr lang="fr-CA" sz="1700" dirty="0"/>
              <a:t> </a:t>
            </a:r>
            <a:r>
              <a:rPr lang="fr-CA" sz="1700" dirty="0" err="1"/>
              <a:t>servidor</a:t>
            </a:r>
            <a:r>
              <a:rPr lang="fr-CA" sz="1700" dirty="0"/>
              <a:t> </a:t>
            </a:r>
            <a:r>
              <a:rPr lang="fr-CA" sz="1700" dirty="0" err="1"/>
              <a:t>em</a:t>
            </a:r>
            <a:r>
              <a:rPr lang="fr-CA" sz="1700" dirty="0"/>
              <a:t> </a:t>
            </a:r>
            <a:r>
              <a:rPr lang="fr-CA" sz="1700" dirty="0" err="1"/>
              <a:t>nuvem</a:t>
            </a:r>
            <a:r>
              <a:rPr lang="fr-CA" sz="1700" dirty="0"/>
              <a:t>, </a:t>
            </a:r>
            <a:r>
              <a:rPr lang="fr-CA" sz="1700" dirty="0" err="1"/>
              <a:t>responsável</a:t>
            </a:r>
            <a:r>
              <a:rPr lang="fr-CA" sz="1700" dirty="0"/>
              <a:t> </a:t>
            </a:r>
            <a:r>
              <a:rPr lang="fr-CA" sz="1700" dirty="0" err="1"/>
              <a:t>por</a:t>
            </a:r>
            <a:r>
              <a:rPr lang="fr-CA" sz="1700" dirty="0"/>
              <a:t> </a:t>
            </a:r>
            <a:r>
              <a:rPr lang="fr-CA" sz="1700" dirty="0" err="1"/>
              <a:t>executar</a:t>
            </a:r>
            <a:r>
              <a:rPr lang="fr-CA" sz="1700" dirty="0"/>
              <a:t> </a:t>
            </a:r>
            <a:r>
              <a:rPr lang="fr-CA" sz="1700" dirty="0" err="1"/>
              <a:t>aplicações</a:t>
            </a:r>
            <a:r>
              <a:rPr lang="fr-CA" sz="1700" dirty="0"/>
              <a:t> e </a:t>
            </a:r>
            <a:r>
              <a:rPr lang="fr-CA" sz="1700" dirty="0" err="1"/>
              <a:t>serviços</a:t>
            </a:r>
            <a:r>
              <a:rPr lang="fr-CA" sz="1700" dirty="0"/>
              <a:t> do </a:t>
            </a:r>
            <a:r>
              <a:rPr lang="fr-CA" sz="1700" dirty="0" err="1"/>
              <a:t>projeto</a:t>
            </a:r>
            <a:r>
              <a:rPr lang="fr-CA" sz="1700" dirty="0"/>
              <a:t>. </a:t>
            </a:r>
          </a:p>
          <a:p>
            <a:pPr marL="0" indent="0">
              <a:buNone/>
            </a:pPr>
            <a:r>
              <a:rPr lang="fr-CA" sz="1700" b="1" dirty="0"/>
              <a:t>Security Groups (</a:t>
            </a:r>
            <a:r>
              <a:rPr lang="fr-CA" sz="1700" b="1" dirty="0" err="1"/>
              <a:t>controle</a:t>
            </a:r>
            <a:r>
              <a:rPr lang="fr-CA" sz="1700" b="1" dirty="0"/>
              <a:t> de </a:t>
            </a:r>
            <a:r>
              <a:rPr lang="fr-CA" sz="1700" b="1" dirty="0" err="1"/>
              <a:t>acesso</a:t>
            </a:r>
            <a:r>
              <a:rPr lang="fr-CA" sz="1700" b="1" dirty="0"/>
              <a:t>)</a:t>
            </a:r>
            <a:br>
              <a:rPr lang="fr-CA" sz="1700" dirty="0"/>
            </a:br>
            <a:r>
              <a:rPr lang="fr-CA" sz="1700" dirty="0" err="1"/>
              <a:t>Regras</a:t>
            </a:r>
            <a:r>
              <a:rPr lang="fr-CA" sz="1700" dirty="0"/>
              <a:t> de firewall que </a:t>
            </a:r>
            <a:r>
              <a:rPr lang="fr-CA" sz="1700" dirty="0" err="1"/>
              <a:t>controlam</a:t>
            </a:r>
            <a:r>
              <a:rPr lang="fr-CA" sz="1700" dirty="0"/>
              <a:t> o </a:t>
            </a:r>
            <a:r>
              <a:rPr lang="fr-CA" sz="1700" dirty="0" err="1"/>
              <a:t>tráfego</a:t>
            </a:r>
            <a:r>
              <a:rPr lang="fr-CA" sz="1700" dirty="0"/>
              <a:t> de </a:t>
            </a:r>
            <a:r>
              <a:rPr lang="fr-CA" sz="1700" dirty="0" err="1"/>
              <a:t>entrada</a:t>
            </a:r>
            <a:r>
              <a:rPr lang="fr-CA" sz="1700" dirty="0"/>
              <a:t> e </a:t>
            </a:r>
            <a:r>
              <a:rPr lang="fr-CA" sz="1700" dirty="0" err="1"/>
              <a:t>saída</a:t>
            </a:r>
            <a:r>
              <a:rPr lang="fr-CA" sz="1700" dirty="0"/>
              <a:t> da </a:t>
            </a:r>
            <a:r>
              <a:rPr lang="fr-CA" sz="1700" dirty="0" err="1"/>
              <a:t>instância</a:t>
            </a:r>
            <a:r>
              <a:rPr lang="fr-CA" sz="1700" dirty="0"/>
              <a:t>, </a:t>
            </a:r>
            <a:r>
              <a:rPr lang="fr-CA" sz="1700" dirty="0" err="1"/>
              <a:t>definindo</a:t>
            </a:r>
            <a:r>
              <a:rPr lang="fr-CA" sz="1700" dirty="0"/>
              <a:t> quais portas e </a:t>
            </a:r>
            <a:r>
              <a:rPr lang="fr-CA" sz="1700" dirty="0" err="1"/>
              <a:t>protocolos</a:t>
            </a:r>
            <a:r>
              <a:rPr lang="fr-CA" sz="1700" dirty="0"/>
              <a:t> </a:t>
            </a:r>
            <a:r>
              <a:rPr lang="fr-CA" sz="1700" dirty="0" err="1"/>
              <a:t>podem</a:t>
            </a:r>
            <a:r>
              <a:rPr lang="fr-CA" sz="1700" dirty="0"/>
              <a:t> </a:t>
            </a:r>
            <a:r>
              <a:rPr lang="fr-CA" sz="1700" dirty="0" err="1"/>
              <a:t>ser</a:t>
            </a:r>
            <a:r>
              <a:rPr lang="fr-CA" sz="1700" dirty="0"/>
              <a:t> </a:t>
            </a:r>
            <a:r>
              <a:rPr lang="fr-CA" sz="1700" dirty="0" err="1"/>
              <a:t>acessados</a:t>
            </a:r>
            <a:r>
              <a:rPr lang="fr-CA" sz="1700" dirty="0"/>
              <a:t>. </a:t>
            </a:r>
          </a:p>
          <a:p>
            <a:pPr marL="0" indent="0">
              <a:buNone/>
            </a:pPr>
            <a:r>
              <a:rPr lang="fr-CA" sz="1700" b="1" dirty="0" err="1"/>
              <a:t>Hospedagem</a:t>
            </a:r>
            <a:r>
              <a:rPr lang="fr-CA" sz="1700" b="1" dirty="0"/>
              <a:t> de </a:t>
            </a:r>
            <a:r>
              <a:rPr lang="fr-CA" sz="1700" b="1" dirty="0" err="1"/>
              <a:t>serviços</a:t>
            </a:r>
            <a:br>
              <a:rPr lang="fr-CA" sz="1700" dirty="0"/>
            </a:br>
            <a:r>
              <a:rPr lang="fr-CA" sz="1700" dirty="0" err="1"/>
              <a:t>Utilização</a:t>
            </a:r>
            <a:r>
              <a:rPr lang="fr-CA" sz="1700" dirty="0"/>
              <a:t> do </a:t>
            </a:r>
            <a:r>
              <a:rPr lang="fr-CA" sz="1700" dirty="0" err="1"/>
              <a:t>servidor</a:t>
            </a:r>
            <a:r>
              <a:rPr lang="fr-CA" sz="1700" dirty="0"/>
              <a:t> na </a:t>
            </a:r>
            <a:r>
              <a:rPr lang="fr-CA" sz="1700" dirty="0" err="1"/>
              <a:t>nuvem</a:t>
            </a:r>
            <a:r>
              <a:rPr lang="fr-CA" sz="1700" dirty="0"/>
              <a:t> para </a:t>
            </a:r>
            <a:r>
              <a:rPr lang="fr-CA" sz="1700" dirty="0" err="1"/>
              <a:t>disponibilizar</a:t>
            </a:r>
            <a:r>
              <a:rPr lang="fr-CA" sz="1700" dirty="0"/>
              <a:t> </a:t>
            </a:r>
            <a:r>
              <a:rPr lang="fr-CA" sz="1700" dirty="0" err="1"/>
              <a:t>aplicações</a:t>
            </a:r>
            <a:r>
              <a:rPr lang="fr-CA" sz="1700" dirty="0"/>
              <a:t> e </a:t>
            </a:r>
            <a:r>
              <a:rPr lang="fr-CA" sz="1700" dirty="0" err="1"/>
              <a:t>serviços</a:t>
            </a:r>
            <a:r>
              <a:rPr lang="fr-CA" sz="1700" dirty="0"/>
              <a:t> </a:t>
            </a:r>
            <a:r>
              <a:rPr lang="fr-CA" sz="1700" dirty="0" err="1"/>
              <a:t>acessíveis</a:t>
            </a:r>
            <a:r>
              <a:rPr lang="fr-CA" sz="1700" dirty="0"/>
              <a:t> </a:t>
            </a:r>
            <a:r>
              <a:rPr lang="fr-CA" sz="1700" dirty="0" err="1"/>
              <a:t>externamente</a:t>
            </a:r>
            <a:r>
              <a:rPr lang="fr-CA" sz="1700" dirty="0"/>
              <a:t>, </a:t>
            </a:r>
            <a:r>
              <a:rPr lang="fr-CA" sz="1700" dirty="0" err="1"/>
              <a:t>validando</a:t>
            </a:r>
            <a:r>
              <a:rPr lang="fr-CA" sz="1700" dirty="0"/>
              <a:t> a </a:t>
            </a:r>
            <a:r>
              <a:rPr lang="fr-CA" sz="1700" dirty="0" err="1"/>
              <a:t>infraestrutura</a:t>
            </a:r>
            <a:r>
              <a:rPr lang="fr-CA" sz="1700" dirty="0"/>
              <a:t> </a:t>
            </a:r>
            <a:r>
              <a:rPr lang="fr-CA" sz="1700" dirty="0" err="1"/>
              <a:t>híbrida</a:t>
            </a:r>
            <a:r>
              <a:rPr lang="fr-CA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016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C6E971-D44E-0F59-1D58-31DFD919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fr-CA" sz="3000" b="1" dirty="0" err="1"/>
              <a:t>Ambiente</a:t>
            </a:r>
            <a:r>
              <a:rPr lang="fr-CA" sz="3000" b="1" dirty="0"/>
              <a:t> </a:t>
            </a:r>
            <a:r>
              <a:rPr lang="fr-CA" sz="3000" b="1" dirty="0" err="1"/>
              <a:t>em</a:t>
            </a:r>
            <a:r>
              <a:rPr lang="fr-CA" sz="3000" b="1" dirty="0"/>
              <a:t> </a:t>
            </a:r>
            <a:r>
              <a:rPr lang="fr-CA" sz="3000" b="1" dirty="0" err="1"/>
              <a:t>nuvem</a:t>
            </a:r>
            <a:r>
              <a:rPr lang="fr-CA" sz="3000" b="1" dirty="0"/>
              <a:t> (AWS)</a:t>
            </a:r>
            <a:endParaRPr lang="fr-FR" sz="3000" dirty="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AE2BD0-3AC3-EBC1-088A-CCF5580CA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endParaRPr lang="fr-CA" sz="2200" dirty="0"/>
          </a:p>
          <a:p>
            <a:pPr marL="0" indent="0">
              <a:buNone/>
            </a:pPr>
            <a:r>
              <a:rPr lang="fr-CA" sz="2000" dirty="0" err="1"/>
              <a:t>Infraestrutura</a:t>
            </a:r>
            <a:r>
              <a:rPr lang="fr-CA" sz="2000" dirty="0"/>
              <a:t> </a:t>
            </a:r>
            <a:r>
              <a:rPr lang="fr-CA" sz="2000" dirty="0" err="1"/>
              <a:t>externa</a:t>
            </a:r>
            <a:r>
              <a:rPr lang="fr-CA" sz="2000" dirty="0"/>
              <a:t> </a:t>
            </a:r>
            <a:r>
              <a:rPr lang="fr-CA" sz="2000" dirty="0" err="1"/>
              <a:t>baseada</a:t>
            </a:r>
            <a:r>
              <a:rPr lang="fr-CA" sz="2000" dirty="0"/>
              <a:t> </a:t>
            </a:r>
            <a:r>
              <a:rPr lang="fr-CA" sz="2000" dirty="0" err="1"/>
              <a:t>em</a:t>
            </a:r>
            <a:r>
              <a:rPr lang="fr-CA" sz="2000" dirty="0"/>
              <a:t> cloud </a:t>
            </a:r>
            <a:r>
              <a:rPr lang="fr-CA" sz="2000" dirty="0" err="1"/>
              <a:t>computing</a:t>
            </a:r>
            <a:r>
              <a:rPr lang="fr-CA" sz="2000" dirty="0"/>
              <a:t>, </a:t>
            </a:r>
            <a:r>
              <a:rPr lang="fr-CA" sz="2000" dirty="0" err="1"/>
              <a:t>utilizada</a:t>
            </a:r>
            <a:r>
              <a:rPr lang="fr-CA" sz="2000" dirty="0"/>
              <a:t> para </a:t>
            </a:r>
            <a:r>
              <a:rPr lang="fr-CA" sz="2000" dirty="0" err="1"/>
              <a:t>hospedagem</a:t>
            </a:r>
            <a:r>
              <a:rPr lang="fr-CA" sz="2000" dirty="0"/>
              <a:t> de </a:t>
            </a:r>
            <a:r>
              <a:rPr lang="fr-CA" sz="2000" dirty="0" err="1"/>
              <a:t>servidores</a:t>
            </a:r>
            <a:r>
              <a:rPr lang="fr-CA" sz="2000" dirty="0"/>
              <a:t> e </a:t>
            </a:r>
            <a:r>
              <a:rPr lang="fr-CA" sz="2000" dirty="0" err="1"/>
              <a:t>aplicações</a:t>
            </a:r>
            <a:r>
              <a:rPr lang="fr-CA" sz="2000" dirty="0"/>
              <a:t>, </a:t>
            </a:r>
            <a:r>
              <a:rPr lang="fr-CA" sz="2000" dirty="0" err="1"/>
              <a:t>garantindo</a:t>
            </a:r>
            <a:r>
              <a:rPr lang="fr-CA" sz="2000" dirty="0"/>
              <a:t> </a:t>
            </a:r>
            <a:r>
              <a:rPr lang="fr-CA" sz="2000" dirty="0" err="1"/>
              <a:t>escalabilidade</a:t>
            </a:r>
            <a:r>
              <a:rPr lang="fr-CA" sz="2000" dirty="0"/>
              <a:t> e </a:t>
            </a:r>
            <a:r>
              <a:rPr lang="fr-CA" sz="2000" dirty="0" err="1"/>
              <a:t>acesso</a:t>
            </a:r>
            <a:r>
              <a:rPr lang="fr-CA" sz="2000" dirty="0"/>
              <a:t> </a:t>
            </a:r>
            <a:r>
              <a:rPr lang="fr-CA" sz="2000" dirty="0" err="1"/>
              <a:t>remoto</a:t>
            </a:r>
            <a:r>
              <a:rPr lang="fr-CA" sz="2000" dirty="0"/>
              <a:t>.</a:t>
            </a:r>
          </a:p>
          <a:p>
            <a:pPr marL="0" indent="0">
              <a:buNone/>
            </a:pPr>
            <a:endParaRPr lang="fr-FR" sz="2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6C495AD-4A8D-92D2-F2E3-FC2B6CC38E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302" y="2290936"/>
            <a:ext cx="8469204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24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9FE74C-0216-8BB7-E8AC-5E06F54A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fr-CA" sz="3000" b="1" dirty="0" err="1"/>
              <a:t>Página</a:t>
            </a:r>
            <a:r>
              <a:rPr lang="pt-BR" sz="3000" b="1" dirty="0"/>
              <a:t> HTML</a:t>
            </a:r>
            <a:endParaRPr lang="fr-FR" sz="3000" b="1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140280-0C05-4DB7-E2CC-E99932F91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788016"/>
          </a:xfrm>
        </p:spPr>
        <p:txBody>
          <a:bodyPr anchor="ctr">
            <a:normAutofit lnSpcReduction="10000"/>
          </a:bodyPr>
          <a:lstStyle/>
          <a:p>
            <a:endParaRPr lang="fr-CA" sz="2000" dirty="0"/>
          </a:p>
          <a:p>
            <a:pPr marL="0" indent="0">
              <a:buNone/>
            </a:pPr>
            <a:r>
              <a:rPr lang="fr-CA" sz="2000" dirty="0"/>
              <a:t>A </a:t>
            </a:r>
            <a:r>
              <a:rPr lang="fr-CA" sz="2000" dirty="0" err="1"/>
              <a:t>página</a:t>
            </a:r>
            <a:r>
              <a:rPr lang="fr-CA" sz="2000" dirty="0"/>
              <a:t> HTML foi </a:t>
            </a:r>
            <a:r>
              <a:rPr lang="fr-CA" sz="2000" dirty="0" err="1"/>
              <a:t>hospedada</a:t>
            </a:r>
            <a:r>
              <a:rPr lang="fr-CA" sz="2000" dirty="0"/>
              <a:t> </a:t>
            </a:r>
            <a:r>
              <a:rPr lang="fr-CA" sz="2000" dirty="0" err="1"/>
              <a:t>em</a:t>
            </a:r>
            <a:r>
              <a:rPr lang="fr-CA" sz="2000" dirty="0"/>
              <a:t> um </a:t>
            </a:r>
            <a:r>
              <a:rPr lang="fr-CA" sz="2000" dirty="0" err="1"/>
              <a:t>servidor</a:t>
            </a:r>
            <a:r>
              <a:rPr lang="fr-CA" sz="2000" dirty="0"/>
              <a:t> Linux na AWS e </a:t>
            </a:r>
            <a:r>
              <a:rPr lang="fr-CA" sz="2000" dirty="0" err="1"/>
              <a:t>acessada</a:t>
            </a:r>
            <a:r>
              <a:rPr lang="fr-CA" sz="2000" dirty="0"/>
              <a:t> via IP </a:t>
            </a:r>
            <a:r>
              <a:rPr lang="fr-CA" sz="2000" dirty="0" err="1"/>
              <a:t>público</a:t>
            </a:r>
            <a:r>
              <a:rPr lang="fr-CA" sz="2000" dirty="0"/>
              <a:t>, </a:t>
            </a:r>
            <a:r>
              <a:rPr lang="fr-CA" sz="2000" dirty="0" err="1"/>
              <a:t>utilizando</a:t>
            </a:r>
            <a:r>
              <a:rPr lang="fr-CA" sz="2000" dirty="0"/>
              <a:t> HTTP/HTTPS. O teste </a:t>
            </a:r>
            <a:r>
              <a:rPr lang="fr-CA" sz="2000" dirty="0" err="1"/>
              <a:t>confirmou</a:t>
            </a:r>
            <a:r>
              <a:rPr lang="fr-CA" sz="2000" dirty="0"/>
              <a:t> o </a:t>
            </a:r>
            <a:r>
              <a:rPr lang="fr-CA" sz="2000" dirty="0" err="1"/>
              <a:t>funcionamento</a:t>
            </a:r>
            <a:r>
              <a:rPr lang="fr-CA" sz="2000" dirty="0"/>
              <a:t> do </a:t>
            </a:r>
            <a:r>
              <a:rPr lang="fr-CA" sz="2000" dirty="0" err="1"/>
              <a:t>servidor</a:t>
            </a:r>
            <a:r>
              <a:rPr lang="fr-CA" sz="2000" dirty="0"/>
              <a:t> web e a </a:t>
            </a:r>
            <a:r>
              <a:rPr lang="fr-CA" sz="2000" dirty="0" err="1"/>
              <a:t>conectividade</a:t>
            </a:r>
            <a:r>
              <a:rPr lang="fr-CA" sz="2000" dirty="0"/>
              <a:t> com o </a:t>
            </a:r>
            <a:r>
              <a:rPr lang="fr-CA" sz="2000" dirty="0" err="1"/>
              <a:t>ambiente</a:t>
            </a:r>
            <a:r>
              <a:rPr lang="fr-CA" sz="2000" dirty="0"/>
              <a:t> </a:t>
            </a:r>
            <a:r>
              <a:rPr lang="fr-CA" sz="2000" dirty="0" err="1"/>
              <a:t>em</a:t>
            </a:r>
            <a:r>
              <a:rPr lang="fr-CA" sz="2000" dirty="0"/>
              <a:t> </a:t>
            </a:r>
            <a:r>
              <a:rPr lang="fr-CA" sz="2000" dirty="0" err="1"/>
              <a:t>nuvem</a:t>
            </a:r>
            <a:r>
              <a:rPr lang="fr-CA" sz="2000" dirty="0"/>
              <a:t>, </a:t>
            </a:r>
            <a:r>
              <a:rPr lang="fr-CA" sz="2000" dirty="0" err="1"/>
              <a:t>simulando</a:t>
            </a:r>
            <a:r>
              <a:rPr lang="fr-CA" sz="2000" dirty="0"/>
              <a:t> um </a:t>
            </a:r>
            <a:r>
              <a:rPr lang="fr-CA" sz="2000" dirty="0" err="1"/>
              <a:t>serviço</a:t>
            </a:r>
            <a:r>
              <a:rPr lang="fr-CA" sz="2000" dirty="0"/>
              <a:t> </a:t>
            </a:r>
            <a:r>
              <a:rPr lang="fr-CA" sz="2000" dirty="0" err="1"/>
              <a:t>corporativo</a:t>
            </a:r>
            <a:r>
              <a:rPr lang="fr-CA" sz="2000" dirty="0"/>
              <a:t> </a:t>
            </a:r>
            <a:r>
              <a:rPr lang="fr-CA" sz="2000" dirty="0" err="1"/>
              <a:t>disponível</a:t>
            </a:r>
            <a:r>
              <a:rPr lang="fr-CA" sz="2000" dirty="0"/>
              <a:t> na internet.</a:t>
            </a:r>
          </a:p>
          <a:p>
            <a:pPr marL="0" indent="0">
              <a:buNone/>
            </a:pP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618FEC-158D-4866-AAD3-1C511FC167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092" y="2290936"/>
            <a:ext cx="7541623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72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DD3456B-09CA-F659-B9A3-313701BE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fr-CA" sz="3800" b="1" dirty="0" err="1"/>
              <a:t>Monitoramento</a:t>
            </a:r>
            <a:endParaRPr lang="fr-FR" sz="38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83D0A6-5129-3533-908F-EFE2B5CDF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2000" b="1" dirty="0"/>
              <a:t>Zabbix </a:t>
            </a:r>
            <a:r>
              <a:rPr lang="fr-CA" sz="2000" b="1" dirty="0" err="1"/>
              <a:t>implementado</a:t>
            </a:r>
            <a:br>
              <a:rPr lang="fr-CA" sz="2000" dirty="0"/>
            </a:br>
            <a:r>
              <a:rPr lang="fr-CA" sz="2000" dirty="0" err="1"/>
              <a:t>Ferramenta</a:t>
            </a:r>
            <a:r>
              <a:rPr lang="fr-CA" sz="2000" dirty="0"/>
              <a:t> </a:t>
            </a:r>
            <a:r>
              <a:rPr lang="fr-CA" sz="2000" dirty="0" err="1"/>
              <a:t>utilizada</a:t>
            </a:r>
            <a:r>
              <a:rPr lang="fr-CA" sz="2000" dirty="0"/>
              <a:t> para </a:t>
            </a:r>
            <a:r>
              <a:rPr lang="fr-CA" sz="2000" dirty="0" err="1"/>
              <a:t>centralizar</a:t>
            </a:r>
            <a:r>
              <a:rPr lang="fr-CA" sz="2000" dirty="0"/>
              <a:t> o </a:t>
            </a:r>
            <a:r>
              <a:rPr lang="fr-CA" sz="2000" dirty="0" err="1"/>
              <a:t>monitoramento</a:t>
            </a:r>
            <a:r>
              <a:rPr lang="fr-CA" sz="2000" dirty="0"/>
              <a:t> da </a:t>
            </a:r>
            <a:r>
              <a:rPr lang="fr-CA" sz="2000" dirty="0" err="1"/>
              <a:t>infraestrutura</a:t>
            </a:r>
            <a:r>
              <a:rPr lang="fr-CA" sz="2000" dirty="0"/>
              <a:t>, </a:t>
            </a:r>
            <a:r>
              <a:rPr lang="fr-CA" sz="2000" dirty="0" err="1"/>
              <a:t>garantindo</a:t>
            </a:r>
            <a:r>
              <a:rPr lang="fr-CA" sz="2000" dirty="0"/>
              <a:t> </a:t>
            </a:r>
            <a:r>
              <a:rPr lang="fr-CA" sz="2000" dirty="0" err="1"/>
              <a:t>visibilidade</a:t>
            </a:r>
            <a:r>
              <a:rPr lang="fr-CA" sz="2000" dirty="0"/>
              <a:t> dos </a:t>
            </a:r>
            <a:r>
              <a:rPr lang="fr-CA" sz="2000" dirty="0" err="1"/>
              <a:t>recursos</a:t>
            </a:r>
            <a:r>
              <a:rPr lang="fr-CA" sz="2000" dirty="0"/>
              <a:t> </a:t>
            </a:r>
            <a:r>
              <a:rPr lang="fr-CA" sz="2000" dirty="0" err="1"/>
              <a:t>em</a:t>
            </a:r>
            <a:r>
              <a:rPr lang="fr-CA" sz="2000" dirty="0"/>
              <a:t> tempo real. </a:t>
            </a:r>
          </a:p>
          <a:p>
            <a:pPr marL="0" indent="0">
              <a:buNone/>
            </a:pPr>
            <a:r>
              <a:rPr lang="fr-CA" sz="2000" b="1" dirty="0" err="1"/>
              <a:t>Monitoramento</a:t>
            </a:r>
            <a:r>
              <a:rPr lang="fr-CA" sz="2000" b="1" dirty="0"/>
              <a:t> de CPU, RAM e disco</a:t>
            </a:r>
            <a:br>
              <a:rPr lang="fr-CA" sz="2000" dirty="0"/>
            </a:br>
            <a:r>
              <a:rPr lang="fr-CA" sz="2000" dirty="0" err="1"/>
              <a:t>Acompanhamento</a:t>
            </a:r>
            <a:r>
              <a:rPr lang="fr-CA" sz="2000" dirty="0"/>
              <a:t> </a:t>
            </a:r>
            <a:r>
              <a:rPr lang="fr-CA" sz="2000" dirty="0" err="1"/>
              <a:t>contínuo</a:t>
            </a:r>
            <a:r>
              <a:rPr lang="fr-CA" sz="2000" dirty="0"/>
              <a:t> do </a:t>
            </a:r>
            <a:r>
              <a:rPr lang="fr-CA" sz="2000" dirty="0" err="1"/>
              <a:t>desempenho</a:t>
            </a:r>
            <a:r>
              <a:rPr lang="fr-CA" sz="2000" dirty="0"/>
              <a:t> dos </a:t>
            </a:r>
            <a:r>
              <a:rPr lang="fr-CA" sz="2000" dirty="0" err="1"/>
              <a:t>servidores</a:t>
            </a:r>
            <a:r>
              <a:rPr lang="fr-CA" sz="2000" dirty="0"/>
              <a:t>, </a:t>
            </a:r>
            <a:r>
              <a:rPr lang="fr-CA" sz="2000" dirty="0" err="1"/>
              <a:t>permitindo</a:t>
            </a:r>
            <a:r>
              <a:rPr lang="fr-CA" sz="2000" dirty="0"/>
              <a:t> </a:t>
            </a:r>
            <a:r>
              <a:rPr lang="fr-CA" sz="2000" dirty="0" err="1"/>
              <a:t>identificar</a:t>
            </a:r>
            <a:r>
              <a:rPr lang="fr-CA" sz="2000" dirty="0"/>
              <a:t> </a:t>
            </a:r>
            <a:r>
              <a:rPr lang="fr-CA" sz="2000" dirty="0" err="1"/>
              <a:t>consumo</a:t>
            </a:r>
            <a:r>
              <a:rPr lang="fr-CA" sz="2000" dirty="0"/>
              <a:t> de </a:t>
            </a:r>
            <a:r>
              <a:rPr lang="fr-CA" sz="2000" dirty="0" err="1"/>
              <a:t>recursos</a:t>
            </a:r>
            <a:r>
              <a:rPr lang="fr-CA" sz="2000" dirty="0"/>
              <a:t> e </a:t>
            </a:r>
            <a:r>
              <a:rPr lang="fr-CA" sz="2000" dirty="0" err="1"/>
              <a:t>possíveis</a:t>
            </a:r>
            <a:r>
              <a:rPr lang="fr-CA" sz="2000" dirty="0"/>
              <a:t> </a:t>
            </a:r>
            <a:r>
              <a:rPr lang="fr-CA" sz="2000" dirty="0" err="1"/>
              <a:t>gargalos</a:t>
            </a:r>
            <a:r>
              <a:rPr lang="fr-CA" sz="2000" dirty="0"/>
              <a:t>. </a:t>
            </a:r>
          </a:p>
          <a:p>
            <a:pPr marL="0" indent="0">
              <a:buNone/>
            </a:pPr>
            <a:r>
              <a:rPr lang="fr-CA" sz="2000" b="1" dirty="0" err="1"/>
              <a:t>Servidores</a:t>
            </a:r>
            <a:r>
              <a:rPr lang="fr-CA" sz="2000" b="1" dirty="0"/>
              <a:t> </a:t>
            </a:r>
            <a:r>
              <a:rPr lang="fr-CA" sz="2000" b="1" dirty="0" err="1"/>
              <a:t>locais</a:t>
            </a:r>
            <a:r>
              <a:rPr lang="fr-CA" sz="2000" b="1" dirty="0"/>
              <a:t> e cloud</a:t>
            </a:r>
            <a:br>
              <a:rPr lang="fr-CA" sz="2000" dirty="0"/>
            </a:br>
            <a:r>
              <a:rPr lang="fr-CA" sz="2000" dirty="0" err="1"/>
              <a:t>Monitoramento</a:t>
            </a:r>
            <a:r>
              <a:rPr lang="fr-CA" sz="2000" dirty="0"/>
              <a:t> </a:t>
            </a:r>
            <a:r>
              <a:rPr lang="fr-CA" sz="2000" dirty="0" err="1"/>
              <a:t>integrado</a:t>
            </a:r>
            <a:r>
              <a:rPr lang="fr-CA" sz="2000" dirty="0"/>
              <a:t> de </a:t>
            </a:r>
            <a:r>
              <a:rPr lang="fr-CA" sz="2000" dirty="0" err="1"/>
              <a:t>toda</a:t>
            </a:r>
            <a:r>
              <a:rPr lang="fr-CA" sz="2000" dirty="0"/>
              <a:t> a </a:t>
            </a:r>
            <a:r>
              <a:rPr lang="fr-CA" sz="2000" dirty="0" err="1"/>
              <a:t>infraestrutura</a:t>
            </a:r>
            <a:r>
              <a:rPr lang="fr-CA" sz="2000" dirty="0"/>
              <a:t>, </a:t>
            </a:r>
            <a:r>
              <a:rPr lang="fr-CA" sz="2000" dirty="0" err="1"/>
              <a:t>incluindo</a:t>
            </a:r>
            <a:r>
              <a:rPr lang="fr-CA" sz="2000" dirty="0"/>
              <a:t> </a:t>
            </a:r>
            <a:r>
              <a:rPr lang="fr-CA" sz="2000" dirty="0" err="1"/>
              <a:t>ambiente</a:t>
            </a:r>
            <a:r>
              <a:rPr lang="fr-CA" sz="2000" dirty="0"/>
              <a:t> local e </a:t>
            </a:r>
            <a:r>
              <a:rPr lang="fr-CA" sz="2000" dirty="0" err="1"/>
              <a:t>instâncias</a:t>
            </a:r>
            <a:r>
              <a:rPr lang="fr-CA" sz="2000" dirty="0"/>
              <a:t> na </a:t>
            </a:r>
            <a:r>
              <a:rPr lang="fr-CA" sz="2000" dirty="0" err="1"/>
              <a:t>nuvem</a:t>
            </a:r>
            <a:r>
              <a:rPr lang="fr-CA" sz="2000" dirty="0"/>
              <a:t> AWS. </a:t>
            </a:r>
          </a:p>
          <a:p>
            <a:pPr marL="0" indent="0">
              <a:buNone/>
            </a:pPr>
            <a:r>
              <a:rPr lang="fr-CA" sz="2000" b="1" dirty="0"/>
              <a:t>Mapas de </a:t>
            </a:r>
            <a:r>
              <a:rPr lang="fr-CA" sz="2000" b="1" dirty="0" err="1"/>
              <a:t>infraestrutura</a:t>
            </a:r>
            <a:br>
              <a:rPr lang="fr-CA" sz="2000" dirty="0"/>
            </a:br>
            <a:r>
              <a:rPr lang="fr-CA" sz="2000" dirty="0" err="1"/>
              <a:t>Visualização</a:t>
            </a:r>
            <a:r>
              <a:rPr lang="fr-CA" sz="2000" dirty="0"/>
              <a:t> da </a:t>
            </a:r>
            <a:r>
              <a:rPr lang="fr-CA" sz="2000" dirty="0" err="1"/>
              <a:t>topologia</a:t>
            </a:r>
            <a:r>
              <a:rPr lang="fr-CA" sz="2000" dirty="0"/>
              <a:t> da </a:t>
            </a:r>
            <a:r>
              <a:rPr lang="fr-CA" sz="2000" dirty="0" err="1"/>
              <a:t>rede</a:t>
            </a:r>
            <a:r>
              <a:rPr lang="fr-CA" sz="2000" dirty="0"/>
              <a:t> e da </a:t>
            </a:r>
            <a:r>
              <a:rPr lang="fr-CA" sz="2000" dirty="0" err="1"/>
              <a:t>comunicação</a:t>
            </a:r>
            <a:r>
              <a:rPr lang="fr-CA" sz="2000" dirty="0"/>
              <a:t> entre os </a:t>
            </a:r>
            <a:r>
              <a:rPr lang="fr-CA" sz="2000" dirty="0" err="1"/>
              <a:t>componentes</a:t>
            </a:r>
            <a:r>
              <a:rPr lang="fr-CA" sz="2000" dirty="0"/>
              <a:t> do </a:t>
            </a:r>
            <a:r>
              <a:rPr lang="fr-CA" sz="2000" dirty="0" err="1"/>
              <a:t>sistema</a:t>
            </a:r>
            <a:r>
              <a:rPr lang="fr-CA" sz="2000" dirty="0"/>
              <a:t> de forma </a:t>
            </a:r>
            <a:r>
              <a:rPr lang="fr-CA" sz="2000" dirty="0" err="1"/>
              <a:t>gráfica</a:t>
            </a:r>
            <a:r>
              <a:rPr lang="fr-CA" sz="2000" dirty="0"/>
              <a:t>. </a:t>
            </a:r>
          </a:p>
          <a:p>
            <a:pPr marL="0" indent="0">
              <a:buNone/>
            </a:pPr>
            <a:r>
              <a:rPr lang="fr-CA" sz="2000" b="1" dirty="0"/>
              <a:t>Alertas de </a:t>
            </a:r>
            <a:r>
              <a:rPr lang="fr-CA" sz="2000" b="1" dirty="0" err="1"/>
              <a:t>falhas</a:t>
            </a:r>
            <a:br>
              <a:rPr lang="fr-CA" sz="2000" dirty="0"/>
            </a:br>
            <a:r>
              <a:rPr lang="fr-CA" sz="2000" dirty="0" err="1"/>
              <a:t>Geração</a:t>
            </a:r>
            <a:r>
              <a:rPr lang="fr-CA" sz="2000" dirty="0"/>
              <a:t> de </a:t>
            </a:r>
            <a:r>
              <a:rPr lang="fr-CA" sz="2000" dirty="0" err="1"/>
              <a:t>notificações</a:t>
            </a:r>
            <a:r>
              <a:rPr lang="fr-CA" sz="2000" dirty="0"/>
              <a:t> </a:t>
            </a:r>
            <a:r>
              <a:rPr lang="fr-CA" sz="2000" dirty="0" err="1"/>
              <a:t>automáticas</a:t>
            </a:r>
            <a:r>
              <a:rPr lang="fr-CA" sz="2000" dirty="0"/>
              <a:t> </a:t>
            </a:r>
            <a:r>
              <a:rPr lang="fr-CA" sz="2000" dirty="0" err="1"/>
              <a:t>em</a:t>
            </a:r>
            <a:r>
              <a:rPr lang="fr-CA" sz="2000" dirty="0"/>
              <a:t> </a:t>
            </a:r>
            <a:r>
              <a:rPr lang="fr-CA" sz="2000" dirty="0" err="1"/>
              <a:t>caso</a:t>
            </a:r>
            <a:r>
              <a:rPr lang="fr-CA" sz="2000" dirty="0"/>
              <a:t> de </a:t>
            </a:r>
            <a:r>
              <a:rPr lang="fr-CA" sz="2000" dirty="0" err="1"/>
              <a:t>problemas</a:t>
            </a:r>
            <a:r>
              <a:rPr lang="fr-CA" sz="2000" dirty="0"/>
              <a:t>, </a:t>
            </a:r>
            <a:r>
              <a:rPr lang="fr-CA" sz="2000" dirty="0" err="1"/>
              <a:t>permitindo</a:t>
            </a:r>
            <a:r>
              <a:rPr lang="fr-CA" sz="2000" dirty="0"/>
              <a:t> </a:t>
            </a:r>
            <a:r>
              <a:rPr lang="fr-CA" sz="2000" dirty="0" err="1"/>
              <a:t>resposta</a:t>
            </a:r>
            <a:r>
              <a:rPr lang="fr-CA" sz="2000" dirty="0"/>
              <a:t> </a:t>
            </a:r>
            <a:r>
              <a:rPr lang="fr-CA" sz="2000" dirty="0" err="1"/>
              <a:t>rápida</a:t>
            </a:r>
            <a:r>
              <a:rPr lang="fr-CA" sz="2000" dirty="0"/>
              <a:t> a incidentes.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777514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1B5CB7-D360-E253-171B-C2F2E8CCA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fr-CA" sz="3000" b="1" dirty="0" err="1"/>
              <a:t>Monitoramento</a:t>
            </a:r>
            <a:r>
              <a:rPr lang="fr-CA" sz="3000" b="1" dirty="0"/>
              <a:t> (Zabbix)</a:t>
            </a:r>
            <a:endParaRPr lang="fr-FR" sz="30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3F31DB-0D68-1087-F996-C911D5F96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endParaRPr lang="fr-CA" sz="2200" dirty="0"/>
          </a:p>
          <a:p>
            <a:pPr marL="0" indent="0">
              <a:buNone/>
            </a:pPr>
            <a:r>
              <a:rPr lang="fr-CA" sz="2000" dirty="0" err="1"/>
              <a:t>Sistema</a:t>
            </a:r>
            <a:r>
              <a:rPr lang="fr-CA" sz="2000" dirty="0"/>
              <a:t> </a:t>
            </a:r>
            <a:r>
              <a:rPr lang="fr-CA" sz="2000" dirty="0" err="1"/>
              <a:t>responsável</a:t>
            </a:r>
            <a:r>
              <a:rPr lang="fr-CA" sz="2000" dirty="0"/>
              <a:t> </a:t>
            </a:r>
            <a:r>
              <a:rPr lang="fr-CA" sz="2000" dirty="0" err="1"/>
              <a:t>por</a:t>
            </a:r>
            <a:r>
              <a:rPr lang="fr-CA" sz="2000" dirty="0"/>
              <a:t> </a:t>
            </a:r>
            <a:r>
              <a:rPr lang="fr-CA" sz="2000" dirty="0" err="1"/>
              <a:t>acompanhar</a:t>
            </a:r>
            <a:r>
              <a:rPr lang="fr-CA" sz="2000" dirty="0"/>
              <a:t> o </a:t>
            </a:r>
            <a:r>
              <a:rPr lang="fr-CA" sz="2000" dirty="0" err="1"/>
              <a:t>desempenho</a:t>
            </a:r>
            <a:r>
              <a:rPr lang="fr-CA" sz="2000" dirty="0"/>
              <a:t> de </a:t>
            </a:r>
            <a:r>
              <a:rPr lang="fr-CA" sz="2000" dirty="0" err="1"/>
              <a:t>servidores</a:t>
            </a:r>
            <a:r>
              <a:rPr lang="fr-CA" sz="2000" dirty="0"/>
              <a:t> e </a:t>
            </a:r>
            <a:r>
              <a:rPr lang="fr-CA" sz="2000" dirty="0" err="1"/>
              <a:t>serviços</a:t>
            </a:r>
            <a:r>
              <a:rPr lang="fr-CA" sz="2000" dirty="0"/>
              <a:t> </a:t>
            </a:r>
            <a:r>
              <a:rPr lang="fr-CA" sz="2000" dirty="0" err="1"/>
              <a:t>em</a:t>
            </a:r>
            <a:r>
              <a:rPr lang="fr-CA" sz="2000" dirty="0"/>
              <a:t> tempo real, tanto no </a:t>
            </a:r>
            <a:r>
              <a:rPr lang="fr-CA" sz="2000" dirty="0" err="1"/>
              <a:t>ambiente</a:t>
            </a:r>
            <a:r>
              <a:rPr lang="fr-CA" sz="2000" dirty="0"/>
              <a:t> local quanto na </a:t>
            </a:r>
            <a:r>
              <a:rPr lang="fr-CA" sz="2000" dirty="0" err="1"/>
              <a:t>nuvem</a:t>
            </a:r>
            <a:r>
              <a:rPr lang="fr-CA" sz="2000" dirty="0"/>
              <a:t>. </a:t>
            </a:r>
          </a:p>
          <a:p>
            <a:pPr marL="0" indent="0">
              <a:buNone/>
            </a:pPr>
            <a:endParaRPr lang="fr-FR" sz="2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5C4E58D-255E-635D-A2B4-0FC238AB71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591979"/>
            <a:ext cx="10917936" cy="335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08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AB3789-EF7F-9944-2534-FE9A29FD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fr-CA" sz="3800" b="1" dirty="0"/>
              <a:t>API REST </a:t>
            </a:r>
            <a:r>
              <a:rPr lang="en-CA" sz="3800" b="1" dirty="0"/>
              <a:t>com </a:t>
            </a:r>
            <a:r>
              <a:rPr lang="en-CA" sz="3800" b="1" dirty="0" err="1"/>
              <a:t>FastAPI</a:t>
            </a:r>
            <a:br>
              <a:rPr lang="fr-CA" dirty="0"/>
            </a:br>
            <a:endParaRPr lang="fr-FR" sz="3800" b="1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4BEFCD-C36F-3D4E-181D-D47C3482D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b="1" dirty="0" err="1"/>
              <a:t>FastAPI</a:t>
            </a:r>
            <a:br>
              <a:rPr lang="fr-CA" sz="1700" dirty="0"/>
            </a:br>
            <a:r>
              <a:rPr lang="fr-CA" sz="1700" dirty="0"/>
              <a:t>Framework </a:t>
            </a:r>
            <a:r>
              <a:rPr lang="fr-CA" sz="1700" dirty="0" err="1"/>
              <a:t>utilizado</a:t>
            </a:r>
            <a:r>
              <a:rPr lang="fr-CA" sz="1700" dirty="0"/>
              <a:t> para o </a:t>
            </a:r>
            <a:r>
              <a:rPr lang="fr-CA" sz="1700" dirty="0" err="1"/>
              <a:t>desenvolvimento</a:t>
            </a:r>
            <a:r>
              <a:rPr lang="fr-CA" sz="1700" dirty="0"/>
              <a:t> da API REST, </a:t>
            </a:r>
            <a:r>
              <a:rPr lang="fr-CA" sz="1700" dirty="0" err="1"/>
              <a:t>permitindo</a:t>
            </a:r>
            <a:r>
              <a:rPr lang="fr-CA" sz="1700" dirty="0"/>
              <a:t> a </a:t>
            </a:r>
            <a:r>
              <a:rPr lang="fr-CA" sz="1700" dirty="0" err="1"/>
              <a:t>criação</a:t>
            </a:r>
            <a:r>
              <a:rPr lang="fr-CA" sz="1700" dirty="0"/>
              <a:t> de </a:t>
            </a:r>
            <a:r>
              <a:rPr lang="fr-CA" sz="1700" dirty="0" err="1"/>
              <a:t>serviços</a:t>
            </a:r>
            <a:r>
              <a:rPr lang="fr-CA" sz="1700" dirty="0"/>
              <a:t> </a:t>
            </a:r>
            <a:r>
              <a:rPr lang="fr-CA" sz="1700" dirty="0" err="1"/>
              <a:t>rápidos</a:t>
            </a:r>
            <a:r>
              <a:rPr lang="fr-CA" sz="1700" dirty="0"/>
              <a:t>, </a:t>
            </a:r>
            <a:r>
              <a:rPr lang="fr-CA" sz="1700" dirty="0" err="1"/>
              <a:t>modernos</a:t>
            </a:r>
            <a:r>
              <a:rPr lang="fr-CA" sz="1700" dirty="0"/>
              <a:t> e de alto </a:t>
            </a:r>
            <a:r>
              <a:rPr lang="fr-CA" sz="1700" dirty="0" err="1"/>
              <a:t>desempenho</a:t>
            </a:r>
            <a:r>
              <a:rPr lang="fr-CA" sz="1700" dirty="0"/>
              <a:t>. </a:t>
            </a:r>
          </a:p>
          <a:p>
            <a:pPr marL="0" indent="0">
              <a:buNone/>
            </a:pPr>
            <a:r>
              <a:rPr lang="fr-CA" sz="1700" b="1" dirty="0" err="1"/>
              <a:t>Hospedagem</a:t>
            </a:r>
            <a:r>
              <a:rPr lang="fr-CA" sz="1700" b="1" dirty="0"/>
              <a:t> na AWS EC2</a:t>
            </a:r>
            <a:br>
              <a:rPr lang="fr-CA" sz="1700" dirty="0"/>
            </a:br>
            <a:r>
              <a:rPr lang="fr-CA" sz="1700" dirty="0"/>
              <a:t>A </a:t>
            </a:r>
            <a:r>
              <a:rPr lang="fr-CA" sz="1700" dirty="0" err="1"/>
              <a:t>aplicação</a:t>
            </a:r>
            <a:r>
              <a:rPr lang="fr-CA" sz="1700" dirty="0"/>
              <a:t> foi </a:t>
            </a:r>
            <a:r>
              <a:rPr lang="fr-CA" sz="1700" dirty="0" err="1"/>
              <a:t>implantada</a:t>
            </a:r>
            <a:r>
              <a:rPr lang="fr-CA" sz="1700" dirty="0"/>
              <a:t> </a:t>
            </a:r>
            <a:r>
              <a:rPr lang="fr-CA" sz="1700" dirty="0" err="1"/>
              <a:t>em</a:t>
            </a:r>
            <a:r>
              <a:rPr lang="fr-CA" sz="1700" dirty="0"/>
              <a:t> </a:t>
            </a:r>
            <a:r>
              <a:rPr lang="fr-CA" sz="1700" dirty="0" err="1"/>
              <a:t>uma</a:t>
            </a:r>
            <a:r>
              <a:rPr lang="fr-CA" sz="1700" dirty="0"/>
              <a:t> </a:t>
            </a:r>
            <a:r>
              <a:rPr lang="fr-CA" sz="1700" dirty="0" err="1"/>
              <a:t>instância</a:t>
            </a:r>
            <a:r>
              <a:rPr lang="fr-CA" sz="1700" dirty="0"/>
              <a:t> Ubuntu Server na AWS, </a:t>
            </a:r>
            <a:r>
              <a:rPr lang="fr-CA" sz="1700" dirty="0" err="1"/>
              <a:t>garantindo</a:t>
            </a:r>
            <a:r>
              <a:rPr lang="fr-CA" sz="1700" dirty="0"/>
              <a:t> </a:t>
            </a:r>
            <a:r>
              <a:rPr lang="fr-CA" sz="1700" dirty="0" err="1"/>
              <a:t>acesso</a:t>
            </a:r>
            <a:r>
              <a:rPr lang="fr-CA" sz="1700" dirty="0"/>
              <a:t> </a:t>
            </a:r>
            <a:r>
              <a:rPr lang="fr-CA" sz="1700" dirty="0" err="1"/>
              <a:t>remoto</a:t>
            </a:r>
            <a:r>
              <a:rPr lang="fr-CA" sz="1700" dirty="0"/>
              <a:t> e </a:t>
            </a:r>
            <a:r>
              <a:rPr lang="fr-CA" sz="1700" dirty="0" err="1"/>
              <a:t>disponibilidade</a:t>
            </a:r>
            <a:r>
              <a:rPr lang="fr-CA" sz="1700" dirty="0"/>
              <a:t> </a:t>
            </a:r>
            <a:r>
              <a:rPr lang="fr-CA" sz="1700" dirty="0" err="1"/>
              <a:t>em</a:t>
            </a:r>
            <a:r>
              <a:rPr lang="fr-CA" sz="1700" dirty="0"/>
              <a:t> </a:t>
            </a:r>
            <a:r>
              <a:rPr lang="fr-CA" sz="1700" dirty="0" err="1"/>
              <a:t>ambiente</a:t>
            </a:r>
            <a:r>
              <a:rPr lang="fr-CA" sz="1700" dirty="0"/>
              <a:t> </a:t>
            </a:r>
            <a:r>
              <a:rPr lang="fr-CA" sz="1700" dirty="0" err="1"/>
              <a:t>em</a:t>
            </a:r>
            <a:r>
              <a:rPr lang="fr-CA" sz="1700" dirty="0"/>
              <a:t> </a:t>
            </a:r>
            <a:r>
              <a:rPr lang="fr-CA" sz="1700" dirty="0" err="1"/>
              <a:t>nuvem</a:t>
            </a:r>
            <a:r>
              <a:rPr lang="fr-CA" sz="1700" dirty="0"/>
              <a:t>.</a:t>
            </a:r>
          </a:p>
          <a:p>
            <a:pPr marL="0" indent="0">
              <a:buNone/>
            </a:pPr>
            <a:r>
              <a:rPr lang="fr-CA" sz="1700" b="1" dirty="0" err="1"/>
              <a:t>Uvicorn</a:t>
            </a:r>
            <a:r>
              <a:rPr lang="fr-CA" sz="1700" b="1" dirty="0"/>
              <a:t> (</a:t>
            </a:r>
            <a:r>
              <a:rPr lang="fr-CA" sz="1700" b="1" dirty="0" err="1"/>
              <a:t>servidor</a:t>
            </a:r>
            <a:r>
              <a:rPr lang="fr-CA" sz="1700" b="1" dirty="0"/>
              <a:t> ASGI)</a:t>
            </a:r>
            <a:br>
              <a:rPr lang="fr-CA" sz="1700" dirty="0"/>
            </a:br>
            <a:r>
              <a:rPr lang="fr-CA" sz="1700" dirty="0" err="1"/>
              <a:t>Servidor</a:t>
            </a:r>
            <a:r>
              <a:rPr lang="fr-CA" sz="1700" dirty="0"/>
              <a:t> </a:t>
            </a:r>
            <a:r>
              <a:rPr lang="fr-CA" sz="1700" dirty="0" err="1"/>
              <a:t>responsável</a:t>
            </a:r>
            <a:r>
              <a:rPr lang="fr-CA" sz="1700" dirty="0"/>
              <a:t> </a:t>
            </a:r>
            <a:r>
              <a:rPr lang="fr-CA" sz="1700" dirty="0" err="1"/>
              <a:t>por</a:t>
            </a:r>
            <a:r>
              <a:rPr lang="fr-CA" sz="1700" dirty="0"/>
              <a:t> </a:t>
            </a:r>
            <a:r>
              <a:rPr lang="fr-CA" sz="1700" dirty="0" err="1"/>
              <a:t>executar</a:t>
            </a:r>
            <a:r>
              <a:rPr lang="fr-CA" sz="1700" dirty="0"/>
              <a:t> a </a:t>
            </a:r>
            <a:r>
              <a:rPr lang="fr-CA" sz="1700" dirty="0" err="1"/>
              <a:t>aplicação</a:t>
            </a:r>
            <a:r>
              <a:rPr lang="fr-CA" sz="1700" dirty="0"/>
              <a:t> </a:t>
            </a:r>
            <a:r>
              <a:rPr lang="fr-CA" sz="1700" dirty="0" err="1"/>
              <a:t>FastAPI</a:t>
            </a:r>
            <a:r>
              <a:rPr lang="fr-CA" sz="1700" dirty="0"/>
              <a:t> e </a:t>
            </a:r>
            <a:r>
              <a:rPr lang="fr-CA" sz="1700" dirty="0" err="1"/>
              <a:t>processar</a:t>
            </a:r>
            <a:r>
              <a:rPr lang="fr-CA" sz="1700" dirty="0"/>
              <a:t> as </a:t>
            </a:r>
            <a:r>
              <a:rPr lang="fr-CA" sz="1700" dirty="0" err="1"/>
              <a:t>requisições</a:t>
            </a:r>
            <a:r>
              <a:rPr lang="fr-CA" sz="1700" dirty="0"/>
              <a:t> HTTP de forma </a:t>
            </a:r>
            <a:r>
              <a:rPr lang="fr-CA" sz="1700" dirty="0" err="1"/>
              <a:t>eficiente</a:t>
            </a:r>
            <a:r>
              <a:rPr lang="fr-CA" sz="1700" dirty="0"/>
              <a:t>. </a:t>
            </a:r>
          </a:p>
          <a:p>
            <a:pPr marL="0" indent="0">
              <a:buNone/>
            </a:pPr>
            <a:r>
              <a:rPr lang="fr-CA" sz="1700" b="1" dirty="0"/>
              <a:t>Porta 8000 </a:t>
            </a:r>
            <a:r>
              <a:rPr lang="fr-CA" sz="1700" b="1" dirty="0" err="1"/>
              <a:t>liberada</a:t>
            </a:r>
            <a:br>
              <a:rPr lang="fr-CA" sz="1700" dirty="0"/>
            </a:br>
            <a:r>
              <a:rPr lang="fr-CA" sz="1700" dirty="0" err="1"/>
              <a:t>Configuração</a:t>
            </a:r>
            <a:r>
              <a:rPr lang="fr-CA" sz="1700" dirty="0"/>
              <a:t> </a:t>
            </a:r>
            <a:r>
              <a:rPr lang="fr-CA" sz="1700" dirty="0" err="1"/>
              <a:t>realizada</a:t>
            </a:r>
            <a:r>
              <a:rPr lang="fr-CA" sz="1700" dirty="0"/>
              <a:t> nos Security Groups para </a:t>
            </a:r>
            <a:r>
              <a:rPr lang="fr-CA" sz="1700" dirty="0" err="1"/>
              <a:t>permitir</a:t>
            </a:r>
            <a:r>
              <a:rPr lang="fr-CA" sz="1700" dirty="0"/>
              <a:t> o </a:t>
            </a:r>
            <a:r>
              <a:rPr lang="fr-CA" sz="1700" dirty="0" err="1"/>
              <a:t>acesso</a:t>
            </a:r>
            <a:r>
              <a:rPr lang="fr-CA" sz="1700" dirty="0"/>
              <a:t> </a:t>
            </a:r>
            <a:r>
              <a:rPr lang="fr-CA" sz="1700" dirty="0" err="1"/>
              <a:t>externo</a:t>
            </a:r>
            <a:r>
              <a:rPr lang="fr-CA" sz="1700" dirty="0"/>
              <a:t> à API </a:t>
            </a:r>
            <a:r>
              <a:rPr lang="fr-CA" sz="1700" dirty="0" err="1"/>
              <a:t>através</a:t>
            </a:r>
            <a:r>
              <a:rPr lang="fr-CA" sz="1700" dirty="0"/>
              <a:t> da porta </a:t>
            </a:r>
            <a:r>
              <a:rPr lang="fr-CA" sz="1700" dirty="0" err="1"/>
              <a:t>utilizada</a:t>
            </a:r>
            <a:r>
              <a:rPr lang="fr-CA" sz="1700" dirty="0"/>
              <a:t> pela </a:t>
            </a:r>
            <a:r>
              <a:rPr lang="fr-CA" sz="1700" dirty="0" err="1"/>
              <a:t>aplicação</a:t>
            </a:r>
            <a:r>
              <a:rPr lang="fr-CA" sz="1700" dirty="0"/>
              <a:t>. </a:t>
            </a:r>
          </a:p>
          <a:p>
            <a:pPr marL="0" indent="0">
              <a:buNone/>
            </a:pPr>
            <a:r>
              <a:rPr lang="fr-CA" sz="1700" b="1" dirty="0" err="1"/>
              <a:t>Serviço</a:t>
            </a:r>
            <a:r>
              <a:rPr lang="fr-CA" sz="1700" b="1" dirty="0"/>
              <a:t> </a:t>
            </a:r>
            <a:r>
              <a:rPr lang="fr-CA" sz="1700" b="1" dirty="0" err="1"/>
              <a:t>systemd</a:t>
            </a:r>
            <a:r>
              <a:rPr lang="fr-CA" sz="1700" b="1" dirty="0"/>
              <a:t> (auto start)</a:t>
            </a:r>
            <a:br>
              <a:rPr lang="fr-CA" sz="1700" dirty="0"/>
            </a:br>
            <a:r>
              <a:rPr lang="fr-CA" sz="1700" dirty="0" err="1"/>
              <a:t>Configuração</a:t>
            </a:r>
            <a:r>
              <a:rPr lang="fr-CA" sz="1700" dirty="0"/>
              <a:t> do </a:t>
            </a:r>
            <a:r>
              <a:rPr lang="fr-CA" sz="1700" dirty="0" err="1"/>
              <a:t>sistema</a:t>
            </a:r>
            <a:r>
              <a:rPr lang="fr-CA" sz="1700" dirty="0"/>
              <a:t> </a:t>
            </a:r>
            <a:r>
              <a:rPr lang="fr-CA" sz="1700" dirty="0" err="1"/>
              <a:t>operacional</a:t>
            </a:r>
            <a:r>
              <a:rPr lang="fr-CA" sz="1700" dirty="0"/>
              <a:t> para </a:t>
            </a:r>
            <a:r>
              <a:rPr lang="fr-CA" sz="1700" dirty="0" err="1"/>
              <a:t>iniciar</a:t>
            </a:r>
            <a:r>
              <a:rPr lang="fr-CA" sz="1700" dirty="0"/>
              <a:t> </a:t>
            </a:r>
            <a:r>
              <a:rPr lang="fr-CA" sz="1700" dirty="0" err="1"/>
              <a:t>automaticamente</a:t>
            </a:r>
            <a:r>
              <a:rPr lang="fr-CA" sz="1700" dirty="0"/>
              <a:t> a </a:t>
            </a:r>
            <a:r>
              <a:rPr lang="fr-CA" sz="1700" dirty="0" err="1"/>
              <a:t>aplicação</a:t>
            </a:r>
            <a:r>
              <a:rPr lang="fr-CA" sz="1700" dirty="0"/>
              <a:t> no boot, </a:t>
            </a:r>
            <a:r>
              <a:rPr lang="fr-CA" sz="1700" dirty="0" err="1"/>
              <a:t>garantindo</a:t>
            </a:r>
            <a:r>
              <a:rPr lang="fr-CA" sz="1700" dirty="0"/>
              <a:t> </a:t>
            </a:r>
            <a:r>
              <a:rPr lang="fr-CA" sz="1700" dirty="0" err="1"/>
              <a:t>maior</a:t>
            </a:r>
            <a:r>
              <a:rPr lang="fr-CA" sz="1700" dirty="0"/>
              <a:t> </a:t>
            </a:r>
            <a:r>
              <a:rPr lang="fr-CA" sz="1700" dirty="0" err="1"/>
              <a:t>disponibilidade</a:t>
            </a:r>
            <a:r>
              <a:rPr lang="fr-CA" sz="1700" dirty="0"/>
              <a:t> do </a:t>
            </a:r>
            <a:r>
              <a:rPr lang="fr-CA" sz="1700" dirty="0" err="1"/>
              <a:t>serviço</a:t>
            </a:r>
            <a:r>
              <a:rPr lang="fr-CA" sz="1700" dirty="0"/>
              <a:t>.</a:t>
            </a:r>
            <a:endParaRPr lang="fr-FR" sz="1700" dirty="0"/>
          </a:p>
        </p:txBody>
      </p:sp>
    </p:spTree>
    <p:extLst>
      <p:ext uri="{BB962C8B-B14F-4D97-AF65-F5344CB8AC3E}">
        <p14:creationId xmlns:p14="http://schemas.microsoft.com/office/powerpoint/2010/main" val="2479111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3F6A39-96B4-244F-8A7A-B7E214B2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Configuração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 API Rest com </a:t>
            </a:r>
            <a:r>
              <a:rPr lang="en-US" sz="3600" b="1" dirty="0" err="1"/>
              <a:t>F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astAPI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518A207F-9216-9D7D-BC7C-0C6847DCD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658" y="640080"/>
            <a:ext cx="6529891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72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1ADA52-4A90-AFE6-351F-5462AC18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b="1" dirty="0" err="1"/>
              <a:t>Configuração</a:t>
            </a:r>
            <a:r>
              <a:rPr lang="en-CA" sz="3600" b="1" dirty="0"/>
              <a:t> de </a:t>
            </a:r>
            <a:r>
              <a:rPr lang="en-CA" sz="3600" b="1" dirty="0" err="1"/>
              <a:t>segurança</a:t>
            </a:r>
            <a:r>
              <a:rPr lang="en-CA" sz="3600" b="1" dirty="0"/>
              <a:t> de rede </a:t>
            </a:r>
            <a:r>
              <a:rPr lang="en-CA" sz="3600" b="1" dirty="0" err="1"/>
              <a:t>na</a:t>
            </a:r>
            <a:r>
              <a:rPr lang="en-CA" sz="3600" b="1" dirty="0"/>
              <a:t> AWS (Security Group – Porta 8000)</a:t>
            </a:r>
            <a:endParaRPr lang="fr-FR" sz="3600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1F7F6076-D454-FB51-6104-B153F48C1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616" y="1825625"/>
            <a:ext cx="89487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3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A82B60-FAA9-204F-60F5-053CDB9E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fr-CA" sz="5600" b="1">
                <a:solidFill>
                  <a:srgbClr val="FFFFFF"/>
                </a:solidFill>
              </a:rPr>
              <a:t>Segurança da Informação</a:t>
            </a:r>
            <a:endParaRPr lang="fr-FR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ECDFF7-415B-6181-389D-2F71814D6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Política</a:t>
            </a:r>
            <a:r>
              <a:rPr lang="fr-CA" sz="1700" b="1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Segurança</a:t>
            </a:r>
            <a:r>
              <a:rPr lang="fr-CA" sz="1700" b="1" dirty="0">
                <a:solidFill>
                  <a:schemeClr val="tx1">
                    <a:alpha val="80000"/>
                  </a:schemeClr>
                </a:solidFill>
              </a:rPr>
              <a:t> da </a:t>
            </a: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Informação</a:t>
            </a:r>
            <a:br>
              <a:rPr lang="fr-CA" sz="17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Conjunto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diretrizes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que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define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regras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para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proteção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dos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dados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uso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adequado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dos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recursos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padronização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das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práticas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segurança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no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ambiente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Controle</a:t>
            </a:r>
            <a:r>
              <a:rPr lang="fr-CA" sz="1700" b="1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acesso</a:t>
            </a:r>
            <a:r>
              <a:rPr lang="fr-CA" sz="1700" b="1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autenticação</a:t>
            </a:r>
            <a:br>
              <a:rPr lang="fr-CA" sz="17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Mecanismos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utilizados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para garantir que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apenas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usuários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autorizados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tenham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acesso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aos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sistemas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recursos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da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infraestrutura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Cartilha</a:t>
            </a:r>
            <a:r>
              <a:rPr lang="fr-CA" sz="1700" b="1" dirty="0">
                <a:solidFill>
                  <a:schemeClr val="tx1">
                    <a:alpha val="80000"/>
                  </a:schemeClr>
                </a:solidFill>
              </a:rPr>
              <a:t> de boas </a:t>
            </a: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práticas</a:t>
            </a:r>
            <a:br>
              <a:rPr lang="fr-CA" sz="17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Material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educativo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desenvolvido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para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orientar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os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usuários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sobre o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uso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seguro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do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ambiente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prevenindo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erros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falhas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segurança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Análise</a:t>
            </a:r>
            <a:r>
              <a:rPr lang="fr-CA" sz="1700" b="1" dirty="0">
                <a:solidFill>
                  <a:schemeClr val="tx1">
                    <a:alpha val="80000"/>
                  </a:schemeClr>
                </a:solidFill>
              </a:rPr>
              <a:t> OWASP Top 10</a:t>
            </a:r>
            <a:br>
              <a:rPr lang="fr-CA" sz="17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Avaliação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das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principais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vulnerabilidades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aplicações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web,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identificando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riscos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como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falhas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acesso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injeções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configurações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incorretas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Mitigação</a:t>
            </a:r>
            <a:r>
              <a:rPr lang="fr-CA" sz="1700" b="1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b="1" dirty="0" err="1">
                <a:solidFill>
                  <a:schemeClr val="tx1">
                    <a:alpha val="80000"/>
                  </a:schemeClr>
                </a:solidFill>
              </a:rPr>
              <a:t>vulnerabilidades</a:t>
            </a:r>
            <a:br>
              <a:rPr lang="fr-CA" sz="17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Aplicação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medidas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segurança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para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reduzir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riscos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identificados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fortalecer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proteção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 da </a:t>
            </a:r>
            <a:r>
              <a:rPr lang="fr-CA" sz="1700" dirty="0" err="1">
                <a:solidFill>
                  <a:schemeClr val="tx1">
                    <a:alpha val="80000"/>
                  </a:schemeClr>
                </a:solidFill>
              </a:rPr>
              <a:t>infraestrutura</a:t>
            </a:r>
            <a:r>
              <a:rPr lang="fr-CA" sz="1700" dirty="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fr-FR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853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195663-C876-A553-AB8C-4A8F89D8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Cartilha</a:t>
            </a:r>
            <a:r>
              <a:rPr lang="fr-FR" b="1" dirty="0"/>
              <a:t> de boas </a:t>
            </a:r>
            <a:r>
              <a:rPr lang="fr-CA" b="1" dirty="0" err="1">
                <a:solidFill>
                  <a:schemeClr val="tx1">
                    <a:alpha val="80000"/>
                  </a:schemeClr>
                </a:solidFill>
              </a:rPr>
              <a:t>práticas</a:t>
            </a:r>
            <a:endParaRPr lang="fr-FR" b="1" dirty="0"/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4773CF3B-8E7C-189E-484B-3E0103C73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319" y="1895034"/>
            <a:ext cx="3199683" cy="4521130"/>
          </a:xfrm>
          <a:prstGeom prst="rect">
            <a:avLst/>
          </a:prstGeom>
        </p:spPr>
      </p:pic>
      <p:pic>
        <p:nvPicPr>
          <p:cNvPr id="5" name="drawing">
            <a:extLst>
              <a:ext uri="{FF2B5EF4-FFF2-40B4-BE49-F238E27FC236}">
                <a16:creationId xmlns:a16="http://schemas.microsoft.com/office/drawing/2014/main" id="{3C37B2FD-94C9-36CD-FD4F-B95C5DA99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882" y="1895035"/>
            <a:ext cx="3439364" cy="4522922"/>
          </a:xfrm>
          <a:prstGeom prst="rect">
            <a:avLst/>
          </a:prstGeom>
        </p:spPr>
      </p:pic>
      <p:pic>
        <p:nvPicPr>
          <p:cNvPr id="6" name="drawing">
            <a:extLst>
              <a:ext uri="{FF2B5EF4-FFF2-40B4-BE49-F238E27FC236}">
                <a16:creationId xmlns:a16="http://schemas.microsoft.com/office/drawing/2014/main" id="{AFFC99B7-2281-19FA-A445-C4B230D19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3126" y="1893241"/>
            <a:ext cx="3258677" cy="452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62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A88845-F9C6-2407-AEF6-9B46AC544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fr-CA" sz="5600" b="1">
                <a:solidFill>
                  <a:srgbClr val="FFFFFF"/>
                </a:solidFill>
              </a:rPr>
              <a:t>Resultados</a:t>
            </a:r>
            <a:endParaRPr lang="fr-FR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71D5DA-A9C5-3CBD-E63D-0E0FAEF0C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Integração</a:t>
            </a: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 entre </a:t>
            </a: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ambiente</a:t>
            </a: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 local e cloud</a:t>
            </a:r>
            <a:br>
              <a:rPr lang="fr-CA" sz="19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A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infraestrutura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híbrida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foi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implementada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com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sucesso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permitindo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comunicação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entre o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ambiente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local e a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nuvem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Monitoramento</a:t>
            </a: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centralizado</a:t>
            </a: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funcionando</a:t>
            </a:r>
            <a:br>
              <a:rPr lang="fr-CA" sz="19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O Zabbix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possibilitou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o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acompanhamento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integrado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todos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os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servidores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serviços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em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tempo real. </a:t>
            </a:r>
          </a:p>
          <a:p>
            <a:pPr marL="0" indent="0">
              <a:buNone/>
            </a:pP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API </a:t>
            </a: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acessível</a:t>
            </a: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externamente</a:t>
            </a:r>
            <a:br>
              <a:rPr lang="fr-CA" sz="19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A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aplicação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desenvolvida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na AWS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ficou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disponível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via internet,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validando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comunicação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externa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do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sistema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Infraestrutura</a:t>
            </a: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estável</a:t>
            </a: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funcional</a:t>
            </a:r>
            <a:br>
              <a:rPr lang="fr-CA" sz="19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O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ambiente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implementado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demonstrou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estabilidade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, com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serviços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operando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corretamente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durante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os testes. </a:t>
            </a:r>
          </a:p>
          <a:p>
            <a:pPr marL="0" indent="0">
              <a:buNone/>
            </a:pP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Visibilidade</a:t>
            </a: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operacional</a:t>
            </a:r>
            <a:r>
              <a:rPr lang="fr-CA" sz="19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b="1" dirty="0" err="1">
                <a:solidFill>
                  <a:schemeClr val="tx1">
                    <a:alpha val="80000"/>
                  </a:schemeClr>
                </a:solidFill>
              </a:rPr>
              <a:t>aumentada</a:t>
            </a:r>
            <a:br>
              <a:rPr lang="fr-CA" sz="19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Houve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maior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controle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observabilidade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da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infraestrutura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facilitando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gestão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e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identificação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fr-CA" sz="1900" dirty="0" err="1">
                <a:solidFill>
                  <a:schemeClr val="tx1">
                    <a:alpha val="80000"/>
                  </a:schemeClr>
                </a:solidFill>
              </a:rPr>
              <a:t>problemas</a:t>
            </a:r>
            <a:r>
              <a:rPr lang="fr-CA" sz="1900" dirty="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fr-FR" sz="19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87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34AE5-63E9-EB33-B505-C1C75703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 err="1"/>
              <a:t>Conclusão</a:t>
            </a: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14DECADD-9BF5-41ED-7C19-0D3FDC0C60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52818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11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D70075-D9B3-E608-A927-E348BBF97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fr-CA" sz="3800" b="1"/>
              <a:t>Agradecimentos</a:t>
            </a:r>
            <a:endParaRPr lang="fr-FR" sz="38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087CA1-7E9A-04EF-FFAA-3A1C7F38F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endParaRPr lang="fr-CA" sz="2200" b="1" dirty="0"/>
          </a:p>
          <a:p>
            <a:r>
              <a:rPr lang="fr-CA" sz="2200" dirty="0" err="1"/>
              <a:t>Agradecemos</a:t>
            </a:r>
            <a:r>
              <a:rPr lang="fr-CA" sz="2200" dirty="0"/>
              <a:t> a </a:t>
            </a:r>
            <a:r>
              <a:rPr lang="fr-CA" sz="2200" dirty="0" err="1"/>
              <a:t>todos</a:t>
            </a:r>
            <a:r>
              <a:rPr lang="fr-CA" sz="2200" dirty="0"/>
              <a:t> os </a:t>
            </a:r>
            <a:r>
              <a:rPr lang="fr-CA" sz="2200" dirty="0" err="1"/>
              <a:t>professores</a:t>
            </a:r>
            <a:r>
              <a:rPr lang="fr-CA" sz="2200" dirty="0"/>
              <a:t> e </a:t>
            </a:r>
            <a:r>
              <a:rPr lang="fr-CA" sz="2200" dirty="0" err="1"/>
              <a:t>orientadores</a:t>
            </a:r>
            <a:r>
              <a:rPr lang="fr-CA" sz="2200" dirty="0"/>
              <a:t> que </a:t>
            </a:r>
            <a:r>
              <a:rPr lang="fr-CA" sz="2200" dirty="0" err="1"/>
              <a:t>contribuíram</a:t>
            </a:r>
            <a:r>
              <a:rPr lang="fr-CA" sz="2200" dirty="0"/>
              <a:t> com o </a:t>
            </a:r>
            <a:r>
              <a:rPr lang="fr-CA" sz="2200" dirty="0" err="1"/>
              <a:t>desenvolvimento</a:t>
            </a:r>
            <a:r>
              <a:rPr lang="fr-CA" sz="2200" dirty="0"/>
              <a:t> </a:t>
            </a:r>
            <a:r>
              <a:rPr lang="fr-CA" sz="2200" dirty="0" err="1"/>
              <a:t>deste</a:t>
            </a:r>
            <a:r>
              <a:rPr lang="fr-CA" sz="2200" dirty="0"/>
              <a:t> </a:t>
            </a:r>
            <a:r>
              <a:rPr lang="fr-CA" sz="2200" dirty="0" err="1"/>
              <a:t>projeto</a:t>
            </a:r>
            <a:r>
              <a:rPr lang="fr-CA" sz="2200" dirty="0"/>
              <a:t>, </a:t>
            </a:r>
            <a:r>
              <a:rPr lang="fr-CA" sz="2200" dirty="0" err="1"/>
              <a:t>fornecendo</a:t>
            </a:r>
            <a:r>
              <a:rPr lang="fr-CA" sz="2200" dirty="0"/>
              <a:t> </a:t>
            </a:r>
            <a:r>
              <a:rPr lang="fr-CA" sz="2200" dirty="0" err="1"/>
              <a:t>suporte</a:t>
            </a:r>
            <a:r>
              <a:rPr lang="fr-CA" sz="2200" dirty="0"/>
              <a:t> </a:t>
            </a:r>
            <a:r>
              <a:rPr lang="fr-CA" sz="2200" dirty="0" err="1"/>
              <a:t>técnico</a:t>
            </a:r>
            <a:r>
              <a:rPr lang="fr-CA" sz="2200" dirty="0"/>
              <a:t> e </a:t>
            </a:r>
            <a:r>
              <a:rPr lang="fr-CA" sz="2200" dirty="0" err="1"/>
              <a:t>acadêmico</a:t>
            </a:r>
            <a:r>
              <a:rPr lang="fr-CA" sz="2200" dirty="0"/>
              <a:t> ao </a:t>
            </a:r>
            <a:r>
              <a:rPr lang="fr-CA" sz="2200" dirty="0" err="1"/>
              <a:t>longo</a:t>
            </a:r>
            <a:r>
              <a:rPr lang="fr-CA" sz="2200" dirty="0"/>
              <a:t> </a:t>
            </a:r>
            <a:r>
              <a:rPr lang="fr-CA" sz="2200" dirty="0" err="1"/>
              <a:t>das</a:t>
            </a:r>
            <a:r>
              <a:rPr lang="fr-CA" sz="2200" dirty="0"/>
              <a:t> </a:t>
            </a:r>
            <a:r>
              <a:rPr lang="fr-CA" sz="2200" dirty="0" err="1"/>
              <a:t>etapas</a:t>
            </a:r>
            <a:r>
              <a:rPr lang="fr-CA" sz="2200" dirty="0"/>
              <a:t> de </a:t>
            </a:r>
            <a:r>
              <a:rPr lang="fr-CA" sz="2200" dirty="0" err="1"/>
              <a:t>construção</a:t>
            </a:r>
            <a:r>
              <a:rPr lang="fr-CA" sz="2200" dirty="0"/>
              <a:t> da </a:t>
            </a:r>
            <a:r>
              <a:rPr lang="fr-CA" sz="2200" dirty="0" err="1"/>
              <a:t>infraestrutura</a:t>
            </a:r>
            <a:r>
              <a:rPr lang="fr-CA" sz="2200" dirty="0"/>
              <a:t>.</a:t>
            </a:r>
          </a:p>
          <a:p>
            <a:r>
              <a:rPr lang="fr-CA" sz="2200" dirty="0" err="1"/>
              <a:t>Agradecemos</a:t>
            </a:r>
            <a:r>
              <a:rPr lang="fr-CA" sz="2200" dirty="0"/>
              <a:t> </a:t>
            </a:r>
            <a:r>
              <a:rPr lang="fr-CA" sz="2200" dirty="0" err="1"/>
              <a:t>também</a:t>
            </a:r>
            <a:r>
              <a:rPr lang="fr-CA" sz="2200" dirty="0"/>
              <a:t> à </a:t>
            </a:r>
            <a:r>
              <a:rPr lang="fr-CA" sz="2200" dirty="0" err="1"/>
              <a:t>instituição</a:t>
            </a:r>
            <a:r>
              <a:rPr lang="fr-CA" sz="2200" dirty="0"/>
              <a:t> de </a:t>
            </a:r>
            <a:r>
              <a:rPr lang="fr-CA" sz="2200" dirty="0" err="1"/>
              <a:t>ensino</a:t>
            </a:r>
            <a:r>
              <a:rPr lang="fr-CA" sz="2200" dirty="0"/>
              <a:t> pela </a:t>
            </a:r>
            <a:r>
              <a:rPr lang="fr-CA" sz="2200" dirty="0" err="1"/>
              <a:t>oportunidade</a:t>
            </a:r>
            <a:r>
              <a:rPr lang="fr-CA" sz="2200" dirty="0"/>
              <a:t> de </a:t>
            </a:r>
            <a:r>
              <a:rPr lang="fr-CA" sz="2200" dirty="0" err="1"/>
              <a:t>aprendizado</a:t>
            </a:r>
            <a:r>
              <a:rPr lang="fr-CA" sz="2200" dirty="0"/>
              <a:t> e pelo </a:t>
            </a:r>
            <a:r>
              <a:rPr lang="fr-CA" sz="2200" dirty="0" err="1"/>
              <a:t>incentivo</a:t>
            </a:r>
            <a:r>
              <a:rPr lang="fr-CA" sz="2200" dirty="0"/>
              <a:t> à </a:t>
            </a:r>
            <a:r>
              <a:rPr lang="fr-CA" sz="2200" dirty="0" err="1"/>
              <a:t>aplicação</a:t>
            </a:r>
            <a:r>
              <a:rPr lang="fr-CA" sz="2200" dirty="0"/>
              <a:t> </a:t>
            </a:r>
            <a:r>
              <a:rPr lang="fr-CA" sz="2200" dirty="0" err="1"/>
              <a:t>prática</a:t>
            </a:r>
            <a:r>
              <a:rPr lang="fr-CA" sz="2200" dirty="0"/>
              <a:t> dos </a:t>
            </a:r>
            <a:r>
              <a:rPr lang="fr-CA" sz="2200" dirty="0" err="1"/>
              <a:t>conhecimentos</a:t>
            </a:r>
            <a:r>
              <a:rPr lang="fr-CA" sz="2200" dirty="0"/>
              <a:t> </a:t>
            </a:r>
            <a:r>
              <a:rPr lang="fr-CA" sz="2200" dirty="0" err="1"/>
              <a:t>adquiridos</a:t>
            </a:r>
            <a:r>
              <a:rPr lang="fr-CA" sz="2200" dirty="0"/>
              <a:t> </a:t>
            </a:r>
            <a:r>
              <a:rPr lang="fr-CA" sz="2200" dirty="0" err="1"/>
              <a:t>durante</a:t>
            </a:r>
            <a:r>
              <a:rPr lang="fr-CA" sz="2200" dirty="0"/>
              <a:t> o </a:t>
            </a:r>
            <a:r>
              <a:rPr lang="fr-CA" sz="2200" dirty="0" err="1"/>
              <a:t>curso</a:t>
            </a:r>
            <a:r>
              <a:rPr lang="fr-CA" sz="2200" dirty="0"/>
              <a:t>.</a:t>
            </a:r>
          </a:p>
          <a:p>
            <a:r>
              <a:rPr lang="fr-CA" sz="2200" dirty="0"/>
              <a:t>Por fim, </a:t>
            </a:r>
            <a:r>
              <a:rPr lang="fr-CA" sz="2200" dirty="0" err="1"/>
              <a:t>agradecemos</a:t>
            </a:r>
            <a:r>
              <a:rPr lang="fr-CA" sz="2200" dirty="0"/>
              <a:t> a </a:t>
            </a:r>
            <a:r>
              <a:rPr lang="fr-CA" sz="2200" dirty="0" err="1"/>
              <a:t>todos</a:t>
            </a:r>
            <a:r>
              <a:rPr lang="fr-CA" sz="2200" dirty="0"/>
              <a:t> que, de forma </a:t>
            </a:r>
            <a:r>
              <a:rPr lang="fr-CA" sz="2200" dirty="0" err="1"/>
              <a:t>direta</a:t>
            </a:r>
            <a:r>
              <a:rPr lang="fr-CA" sz="2200" dirty="0"/>
              <a:t> ou </a:t>
            </a:r>
            <a:r>
              <a:rPr lang="fr-CA" sz="2200" dirty="0" err="1"/>
              <a:t>indireta</a:t>
            </a:r>
            <a:r>
              <a:rPr lang="fr-CA" sz="2200" dirty="0"/>
              <a:t>, </a:t>
            </a:r>
            <a:r>
              <a:rPr lang="fr-CA" sz="2200" dirty="0" err="1"/>
              <a:t>colaboraram</a:t>
            </a:r>
            <a:r>
              <a:rPr lang="fr-CA" sz="2200" dirty="0"/>
              <a:t> para a </a:t>
            </a:r>
            <a:r>
              <a:rPr lang="fr-CA" sz="2200" dirty="0" err="1"/>
              <a:t>realização</a:t>
            </a:r>
            <a:r>
              <a:rPr lang="fr-CA" sz="2200" dirty="0"/>
              <a:t> </a:t>
            </a:r>
            <a:r>
              <a:rPr lang="fr-CA" sz="2200" dirty="0" err="1"/>
              <a:t>deste</a:t>
            </a:r>
            <a:r>
              <a:rPr lang="fr-CA" sz="2200" dirty="0"/>
              <a:t> </a:t>
            </a:r>
            <a:r>
              <a:rPr lang="fr-CA" sz="2200" dirty="0" err="1"/>
              <a:t>trabalho</a:t>
            </a:r>
            <a:r>
              <a:rPr lang="fr-CA" sz="2200" dirty="0"/>
              <a:t>, </a:t>
            </a:r>
            <a:r>
              <a:rPr lang="fr-CA" sz="2200" dirty="0" err="1"/>
              <a:t>possibilitando</a:t>
            </a:r>
            <a:r>
              <a:rPr lang="fr-CA" sz="2200" dirty="0"/>
              <a:t> a </a:t>
            </a:r>
            <a:r>
              <a:rPr lang="fr-CA" sz="2200" dirty="0" err="1"/>
              <a:t>conclusão</a:t>
            </a:r>
            <a:r>
              <a:rPr lang="fr-CA" sz="2200" dirty="0"/>
              <a:t> do </a:t>
            </a:r>
            <a:r>
              <a:rPr lang="fr-CA" sz="2200" dirty="0" err="1"/>
              <a:t>projeto</a:t>
            </a:r>
            <a:r>
              <a:rPr lang="fr-CA" sz="2200" dirty="0"/>
              <a:t> com </a:t>
            </a:r>
            <a:r>
              <a:rPr lang="fr-CA" sz="2200" dirty="0" err="1"/>
              <a:t>êxito</a:t>
            </a:r>
            <a:r>
              <a:rPr lang="fr-CA" sz="2200" dirty="0"/>
              <a:t>.</a:t>
            </a:r>
          </a:p>
          <a:p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2644569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1620</Words>
  <Application>Microsoft Macintosh PowerPoint</Application>
  <PresentationFormat>Grand écran</PresentationFormat>
  <Paragraphs>97</Paragraphs>
  <Slides>21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Thème Office</vt:lpstr>
      <vt:lpstr>PROJETO DE INFRAESTRUTURA DE REDE   Infraestrutura Híbrida: Integração entre Ambiente Local e Cloud</vt:lpstr>
      <vt:lpstr>Contexto</vt:lpstr>
      <vt:lpstr>Problema</vt:lpstr>
      <vt:lpstr>Objetivo</vt:lpstr>
      <vt:lpstr>Arquitetura do Projeto</vt:lpstr>
      <vt:lpstr>Infraestrutura Local</vt:lpstr>
      <vt:lpstr>Ambiente local (Windows Server)</vt:lpstr>
      <vt:lpstr>Server Manager</vt:lpstr>
      <vt:lpstr>Infraestrutura em Nuvem</vt:lpstr>
      <vt:lpstr>Ambiente em nuvem (AWS)</vt:lpstr>
      <vt:lpstr>Página HTML</vt:lpstr>
      <vt:lpstr>Monitoramento</vt:lpstr>
      <vt:lpstr>Monitoramento (Zabbix)</vt:lpstr>
      <vt:lpstr>API REST com FastAPI </vt:lpstr>
      <vt:lpstr>Configuração da API Rest com FastAPI</vt:lpstr>
      <vt:lpstr>Configuração de segurança de rede na AWS (Security Group – Porta 8000)</vt:lpstr>
      <vt:lpstr>Segurança da Informação</vt:lpstr>
      <vt:lpstr>Cartilha de boas práticas</vt:lpstr>
      <vt:lpstr>Resultados</vt:lpstr>
      <vt:lpstr>Conclusão</vt:lpstr>
      <vt:lpstr>Agradecimentos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Isabelle Alves de Lima</dc:creator>
  <cp:lastModifiedBy>Isabelle Alves de Lima</cp:lastModifiedBy>
  <cp:revision>5</cp:revision>
  <dcterms:created xsi:type="dcterms:W3CDTF">2026-06-15T17:49:39Z</dcterms:created>
  <dcterms:modified xsi:type="dcterms:W3CDTF">2026-06-15T20:04:19Z</dcterms:modified>
</cp:coreProperties>
</file>